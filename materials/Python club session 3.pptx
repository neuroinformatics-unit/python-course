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49" r:id="rId6"/>
    <p:sldId id="260" r:id="rId7"/>
    <p:sldId id="328" r:id="rId8"/>
    <p:sldId id="308" r:id="rId9"/>
    <p:sldId id="311" r:id="rId10"/>
    <p:sldId id="312" r:id="rId11"/>
    <p:sldId id="315" r:id="rId12"/>
    <p:sldId id="316" r:id="rId13"/>
    <p:sldId id="329" r:id="rId14"/>
    <p:sldId id="313" r:id="rId15"/>
    <p:sldId id="314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30" r:id="rId25"/>
    <p:sldId id="331" r:id="rId26"/>
    <p:sldId id="332" r:id="rId27"/>
    <p:sldId id="333" r:id="rId28"/>
    <p:sldId id="334" r:id="rId29"/>
    <p:sldId id="336" r:id="rId30"/>
    <p:sldId id="337" r:id="rId31"/>
    <p:sldId id="338" r:id="rId32"/>
    <p:sldId id="339" r:id="rId33"/>
    <p:sldId id="340" r:id="rId34"/>
    <p:sldId id="344" r:id="rId35"/>
    <p:sldId id="341" r:id="rId36"/>
    <p:sldId id="342" r:id="rId37"/>
    <p:sldId id="343" r:id="rId38"/>
    <p:sldId id="345" r:id="rId39"/>
    <p:sldId id="346" r:id="rId40"/>
    <p:sldId id="347" r:id="rId41"/>
    <p:sldId id="360" r:id="rId42"/>
    <p:sldId id="361" r:id="rId43"/>
    <p:sldId id="348" r:id="rId44"/>
    <p:sldId id="335" r:id="rId45"/>
    <p:sldId id="350" r:id="rId46"/>
    <p:sldId id="351" r:id="rId47"/>
    <p:sldId id="352" r:id="rId48"/>
    <p:sldId id="353" r:id="rId49"/>
    <p:sldId id="354" r:id="rId50"/>
    <p:sldId id="355" r:id="rId51"/>
    <p:sldId id="362" r:id="rId52"/>
    <p:sldId id="356" r:id="rId53"/>
    <p:sldId id="358" r:id="rId54"/>
    <p:sldId id="357" r:id="rId55"/>
    <p:sldId id="325" r:id="rId56"/>
    <p:sldId id="359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B4D1CF-7833-4C88-BAA6-807447E96143}" v="21" dt="2024-12-11T04:26:19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Alexander Chandler Carey" userId="a5921fd0-d308-41d6-8c9c-7f73dc344b08" providerId="ADAL" clId="{88B4D1CF-7833-4C88-BAA6-807447E96143}"/>
    <pc:docChg chg="undo custSel addSld delSld modSld sldOrd">
      <pc:chgData name="Harry Alexander Chandler Carey" userId="a5921fd0-d308-41d6-8c9c-7f73dc344b08" providerId="ADAL" clId="{88B4D1CF-7833-4C88-BAA6-807447E96143}" dt="2024-12-12T00:49:56.064" v="3494" actId="478"/>
      <pc:docMkLst>
        <pc:docMk/>
      </pc:docMkLst>
      <pc:sldChg chg="modSp mod">
        <pc:chgData name="Harry Alexander Chandler Carey" userId="a5921fd0-d308-41d6-8c9c-7f73dc344b08" providerId="ADAL" clId="{88B4D1CF-7833-4C88-BAA6-807447E96143}" dt="2024-12-11T04:22:01.044" v="1951" actId="33524"/>
        <pc:sldMkLst>
          <pc:docMk/>
          <pc:sldMk cId="733878488" sldId="258"/>
        </pc:sldMkLst>
        <pc:spChg chg="mod">
          <ac:chgData name="Harry Alexander Chandler Carey" userId="a5921fd0-d308-41d6-8c9c-7f73dc344b08" providerId="ADAL" clId="{88B4D1CF-7833-4C88-BAA6-807447E96143}" dt="2024-12-11T04:22:01.044" v="1951" actId="33524"/>
          <ac:spMkLst>
            <pc:docMk/>
            <pc:sldMk cId="733878488" sldId="258"/>
            <ac:spMk id="3" creationId="{C9E4C547-4DF3-4B1A-8377-116CC9D32E8B}"/>
          </ac:spMkLst>
        </pc:spChg>
      </pc:sldChg>
      <pc:sldChg chg="addSp modSp mod">
        <pc:chgData name="Harry Alexander Chandler Carey" userId="a5921fd0-d308-41d6-8c9c-7f73dc344b08" providerId="ADAL" clId="{88B4D1CF-7833-4C88-BAA6-807447E96143}" dt="2024-12-11T03:04:22.855" v="2" actId="14100"/>
        <pc:sldMkLst>
          <pc:docMk/>
          <pc:sldMk cId="4156912503" sldId="259"/>
        </pc:sldMkLst>
        <pc:picChg chg="add mod">
          <ac:chgData name="Harry Alexander Chandler Carey" userId="a5921fd0-d308-41d6-8c9c-7f73dc344b08" providerId="ADAL" clId="{88B4D1CF-7833-4C88-BAA6-807447E96143}" dt="2024-12-11T03:04:22.855" v="2" actId="14100"/>
          <ac:picMkLst>
            <pc:docMk/>
            <pc:sldMk cId="4156912503" sldId="259"/>
            <ac:picMk id="5" creationId="{48C6FF4E-A9AC-51EB-C065-8E38AD391DC8}"/>
          </ac:picMkLst>
        </pc:picChg>
      </pc:sldChg>
      <pc:sldChg chg="addSp modSp new mod">
        <pc:chgData name="Harry Alexander Chandler Carey" userId="a5921fd0-d308-41d6-8c9c-7f73dc344b08" providerId="ADAL" clId="{88B4D1CF-7833-4C88-BAA6-807447E96143}" dt="2024-12-11T03:08:24.014" v="255" actId="1076"/>
        <pc:sldMkLst>
          <pc:docMk/>
          <pc:sldMk cId="1496612499" sldId="260"/>
        </pc:sldMkLst>
        <pc:spChg chg="mod">
          <ac:chgData name="Harry Alexander Chandler Carey" userId="a5921fd0-d308-41d6-8c9c-7f73dc344b08" providerId="ADAL" clId="{88B4D1CF-7833-4C88-BAA6-807447E96143}" dt="2024-12-11T03:08:13.687" v="253" actId="1036"/>
          <ac:spMkLst>
            <pc:docMk/>
            <pc:sldMk cId="1496612499" sldId="260"/>
            <ac:spMk id="2" creationId="{159B6DD9-3239-3AE9-A039-13A363F491BB}"/>
          </ac:spMkLst>
        </pc:spChg>
        <pc:spChg chg="mod">
          <ac:chgData name="Harry Alexander Chandler Carey" userId="a5921fd0-d308-41d6-8c9c-7f73dc344b08" providerId="ADAL" clId="{88B4D1CF-7833-4C88-BAA6-807447E96143}" dt="2024-12-11T03:08:16.765" v="254" actId="1076"/>
          <ac:spMkLst>
            <pc:docMk/>
            <pc:sldMk cId="1496612499" sldId="260"/>
            <ac:spMk id="3" creationId="{766FF8A2-EC27-3BB7-4C0A-990E810586AC}"/>
          </ac:spMkLst>
        </pc:spChg>
        <pc:picChg chg="add mod">
          <ac:chgData name="Harry Alexander Chandler Carey" userId="a5921fd0-d308-41d6-8c9c-7f73dc344b08" providerId="ADAL" clId="{88B4D1CF-7833-4C88-BAA6-807447E96143}" dt="2024-12-11T03:08:24.014" v="255" actId="1076"/>
          <ac:picMkLst>
            <pc:docMk/>
            <pc:sldMk cId="1496612499" sldId="260"/>
            <ac:picMk id="5" creationId="{717B7449-B2B4-09BA-9704-4B8CFC3B5916}"/>
          </ac:picMkLst>
        </pc:picChg>
      </pc:sldChg>
      <pc:sldChg chg="new del">
        <pc:chgData name="Harry Alexander Chandler Carey" userId="a5921fd0-d308-41d6-8c9c-7f73dc344b08" providerId="ADAL" clId="{88B4D1CF-7833-4C88-BAA6-807447E96143}" dt="2024-12-11T03:13:18.698" v="258" actId="47"/>
        <pc:sldMkLst>
          <pc:docMk/>
          <pc:sldMk cId="4061932385" sldId="261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2036303500" sldId="308"/>
        </pc:sldMkLst>
      </pc:sldChg>
      <pc:sldChg chg="modSp add mod">
        <pc:chgData name="Harry Alexander Chandler Carey" userId="a5921fd0-d308-41d6-8c9c-7f73dc344b08" providerId="ADAL" clId="{88B4D1CF-7833-4C88-BAA6-807447E96143}" dt="2024-12-11T03:15:03.629" v="403" actId="20577"/>
        <pc:sldMkLst>
          <pc:docMk/>
          <pc:sldMk cId="2770655566" sldId="311"/>
        </pc:sldMkLst>
        <pc:spChg chg="mod">
          <ac:chgData name="Harry Alexander Chandler Carey" userId="a5921fd0-d308-41d6-8c9c-7f73dc344b08" providerId="ADAL" clId="{88B4D1CF-7833-4C88-BAA6-807447E96143}" dt="2024-12-11T03:15:03.629" v="403" actId="20577"/>
          <ac:spMkLst>
            <pc:docMk/>
            <pc:sldMk cId="2770655566" sldId="311"/>
            <ac:spMk id="2" creationId="{838E0BE2-7AF1-D035-C5C0-C67C107E7368}"/>
          </ac:spMkLst>
        </pc:spChg>
      </pc:sldChg>
      <pc:sldChg chg="modSp add mod">
        <pc:chgData name="Harry Alexander Chandler Carey" userId="a5921fd0-d308-41d6-8c9c-7f73dc344b08" providerId="ADAL" clId="{88B4D1CF-7833-4C88-BAA6-807447E96143}" dt="2024-12-11T03:15:07.410" v="404" actId="20577"/>
        <pc:sldMkLst>
          <pc:docMk/>
          <pc:sldMk cId="1407257773" sldId="312"/>
        </pc:sldMkLst>
        <pc:spChg chg="mod">
          <ac:chgData name="Harry Alexander Chandler Carey" userId="a5921fd0-d308-41d6-8c9c-7f73dc344b08" providerId="ADAL" clId="{88B4D1CF-7833-4C88-BAA6-807447E96143}" dt="2024-12-11T03:15:07.410" v="404" actId="20577"/>
          <ac:spMkLst>
            <pc:docMk/>
            <pc:sldMk cId="1407257773" sldId="312"/>
            <ac:spMk id="2" creationId="{9165285E-32DB-BAED-E75C-2B83997A0AF4}"/>
          </ac:spMkLst>
        </pc:spChg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1632233092" sldId="313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762774806" sldId="314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2868713687" sldId="315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3123199660" sldId="316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3335470764" sldId="317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1720403296" sldId="318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1672415234" sldId="319"/>
        </pc:sldMkLst>
      </pc:sldChg>
      <pc:sldChg chg="modSp add mod">
        <pc:chgData name="Harry Alexander Chandler Carey" userId="a5921fd0-d308-41d6-8c9c-7f73dc344b08" providerId="ADAL" clId="{88B4D1CF-7833-4C88-BAA6-807447E96143}" dt="2024-12-11T03:15:16.811" v="408" actId="20577"/>
        <pc:sldMkLst>
          <pc:docMk/>
          <pc:sldMk cId="4293334226" sldId="320"/>
        </pc:sldMkLst>
        <pc:spChg chg="mod">
          <ac:chgData name="Harry Alexander Chandler Carey" userId="a5921fd0-d308-41d6-8c9c-7f73dc344b08" providerId="ADAL" clId="{88B4D1CF-7833-4C88-BAA6-807447E96143}" dt="2024-12-11T03:15:16.811" v="408" actId="20577"/>
          <ac:spMkLst>
            <pc:docMk/>
            <pc:sldMk cId="4293334226" sldId="320"/>
            <ac:spMk id="2" creationId="{45D16328-0957-DCB8-C5DE-0CCFCF305386}"/>
          </ac:spMkLst>
        </pc:spChg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3037515732" sldId="321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1346653828" sldId="322"/>
        </pc:sldMkLst>
      </pc:sldChg>
      <pc:sldChg chg="add">
        <pc:chgData name="Harry Alexander Chandler Carey" userId="a5921fd0-d308-41d6-8c9c-7f73dc344b08" providerId="ADAL" clId="{88B4D1CF-7833-4C88-BAA6-807447E96143}" dt="2024-12-11T03:13:06.347" v="257"/>
        <pc:sldMkLst>
          <pc:docMk/>
          <pc:sldMk cId="177142395" sldId="323"/>
        </pc:sldMkLst>
      </pc:sldChg>
      <pc:sldChg chg="modSp add mod">
        <pc:chgData name="Harry Alexander Chandler Carey" userId="a5921fd0-d308-41d6-8c9c-7f73dc344b08" providerId="ADAL" clId="{88B4D1CF-7833-4C88-BAA6-807447E96143}" dt="2024-12-11T03:15:21.773" v="409" actId="20577"/>
        <pc:sldMkLst>
          <pc:docMk/>
          <pc:sldMk cId="488103779" sldId="324"/>
        </pc:sldMkLst>
        <pc:spChg chg="mod">
          <ac:chgData name="Harry Alexander Chandler Carey" userId="a5921fd0-d308-41d6-8c9c-7f73dc344b08" providerId="ADAL" clId="{88B4D1CF-7833-4C88-BAA6-807447E96143}" dt="2024-12-11T03:15:21.773" v="409" actId="20577"/>
          <ac:spMkLst>
            <pc:docMk/>
            <pc:sldMk cId="488103779" sldId="324"/>
            <ac:spMk id="2" creationId="{04323A9A-6E64-FEED-771F-805F3C937B37}"/>
          </ac:spMkLst>
        </pc:spChg>
      </pc:sldChg>
      <pc:sldChg chg="modSp add mod ord">
        <pc:chgData name="Harry Alexander Chandler Carey" userId="a5921fd0-d308-41d6-8c9c-7f73dc344b08" providerId="ADAL" clId="{88B4D1CF-7833-4C88-BAA6-807447E96143}" dt="2024-12-12T00:43:28.032" v="3409" actId="20577"/>
        <pc:sldMkLst>
          <pc:docMk/>
          <pc:sldMk cId="1860625412" sldId="325"/>
        </pc:sldMkLst>
        <pc:spChg chg="mod">
          <ac:chgData name="Harry Alexander Chandler Carey" userId="a5921fd0-d308-41d6-8c9c-7f73dc344b08" providerId="ADAL" clId="{88B4D1CF-7833-4C88-BAA6-807447E96143}" dt="2024-12-12T00:43:28.032" v="3409" actId="20577"/>
          <ac:spMkLst>
            <pc:docMk/>
            <pc:sldMk cId="1860625412" sldId="325"/>
            <ac:spMk id="2" creationId="{4AAD8BDD-1EE6-570C-88C7-C7CED5CBE132}"/>
          </ac:spMkLst>
        </pc:spChg>
      </pc:sldChg>
      <pc:sldChg chg="add del">
        <pc:chgData name="Harry Alexander Chandler Carey" userId="a5921fd0-d308-41d6-8c9c-7f73dc344b08" providerId="ADAL" clId="{88B4D1CF-7833-4C88-BAA6-807447E96143}" dt="2024-12-11T03:15:30.360" v="410" actId="47"/>
        <pc:sldMkLst>
          <pc:docMk/>
          <pc:sldMk cId="3178356325" sldId="327"/>
        </pc:sldMkLst>
      </pc:sldChg>
      <pc:sldChg chg="delSp modSp new mod">
        <pc:chgData name="Harry Alexander Chandler Carey" userId="a5921fd0-d308-41d6-8c9c-7f73dc344b08" providerId="ADAL" clId="{88B4D1CF-7833-4C88-BAA6-807447E96143}" dt="2024-12-11T03:13:32.794" v="288" actId="478"/>
        <pc:sldMkLst>
          <pc:docMk/>
          <pc:sldMk cId="561913971" sldId="328"/>
        </pc:sldMkLst>
        <pc:spChg chg="mod">
          <ac:chgData name="Harry Alexander Chandler Carey" userId="a5921fd0-d308-41d6-8c9c-7f73dc344b08" providerId="ADAL" clId="{88B4D1CF-7833-4C88-BAA6-807447E96143}" dt="2024-12-11T03:13:30.591" v="287" actId="20577"/>
          <ac:spMkLst>
            <pc:docMk/>
            <pc:sldMk cId="561913971" sldId="328"/>
            <ac:spMk id="2" creationId="{1083ABA2-9023-AF08-4D4A-72F0E79668A7}"/>
          </ac:spMkLst>
        </pc:spChg>
        <pc:spChg chg="del">
          <ac:chgData name="Harry Alexander Chandler Carey" userId="a5921fd0-d308-41d6-8c9c-7f73dc344b08" providerId="ADAL" clId="{88B4D1CF-7833-4C88-BAA6-807447E96143}" dt="2024-12-11T03:13:32.794" v="288" actId="478"/>
          <ac:spMkLst>
            <pc:docMk/>
            <pc:sldMk cId="561913971" sldId="328"/>
            <ac:spMk id="3" creationId="{A8AE82F5-1E3D-5CEE-F8BE-58C38F1B1E31}"/>
          </ac:spMkLst>
        </pc:spChg>
      </pc:sldChg>
      <pc:sldChg chg="modSp new mod">
        <pc:chgData name="Harry Alexander Chandler Carey" userId="a5921fd0-d308-41d6-8c9c-7f73dc344b08" providerId="ADAL" clId="{88B4D1CF-7833-4C88-BAA6-807447E96143}" dt="2024-12-11T03:15:11.370" v="405" actId="20577"/>
        <pc:sldMkLst>
          <pc:docMk/>
          <pc:sldMk cId="1725109774" sldId="329"/>
        </pc:sldMkLst>
        <pc:spChg chg="mod">
          <ac:chgData name="Harry Alexander Chandler Carey" userId="a5921fd0-d308-41d6-8c9c-7f73dc344b08" providerId="ADAL" clId="{88B4D1CF-7833-4C88-BAA6-807447E96143}" dt="2024-12-11T03:15:11.370" v="405" actId="20577"/>
          <ac:spMkLst>
            <pc:docMk/>
            <pc:sldMk cId="1725109774" sldId="329"/>
            <ac:spMk id="2" creationId="{18C37D0D-A707-38D3-0DF2-497D40E6D0C1}"/>
          </ac:spMkLst>
        </pc:spChg>
        <pc:spChg chg="mod">
          <ac:chgData name="Harry Alexander Chandler Carey" userId="a5921fd0-d308-41d6-8c9c-7f73dc344b08" providerId="ADAL" clId="{88B4D1CF-7833-4C88-BAA6-807447E96143}" dt="2024-12-11T03:14:50.910" v="402" actId="20577"/>
          <ac:spMkLst>
            <pc:docMk/>
            <pc:sldMk cId="1725109774" sldId="329"/>
            <ac:spMk id="3" creationId="{695BB2EB-52DF-BB86-3E60-C13ACCD7F5E9}"/>
          </ac:spMkLst>
        </pc:spChg>
      </pc:sldChg>
      <pc:sldChg chg="addSp modSp new mod">
        <pc:chgData name="Harry Alexander Chandler Carey" userId="a5921fd0-d308-41d6-8c9c-7f73dc344b08" providerId="ADAL" clId="{88B4D1CF-7833-4C88-BAA6-807447E96143}" dt="2024-12-11T03:19:38.271" v="539" actId="1076"/>
        <pc:sldMkLst>
          <pc:docMk/>
          <pc:sldMk cId="2786840807" sldId="330"/>
        </pc:sldMkLst>
        <pc:spChg chg="mod">
          <ac:chgData name="Harry Alexander Chandler Carey" userId="a5921fd0-d308-41d6-8c9c-7f73dc344b08" providerId="ADAL" clId="{88B4D1CF-7833-4C88-BAA6-807447E96143}" dt="2024-12-11T03:17:35.992" v="442" actId="20577"/>
          <ac:spMkLst>
            <pc:docMk/>
            <pc:sldMk cId="2786840807" sldId="330"/>
            <ac:spMk id="2" creationId="{9BA49FB5-A824-493C-D35F-F3DB1DB27FB8}"/>
          </ac:spMkLst>
        </pc:spChg>
        <pc:spChg chg="mod">
          <ac:chgData name="Harry Alexander Chandler Carey" userId="a5921fd0-d308-41d6-8c9c-7f73dc344b08" providerId="ADAL" clId="{88B4D1CF-7833-4C88-BAA6-807447E96143}" dt="2024-12-11T03:19:38.271" v="539" actId="1076"/>
          <ac:spMkLst>
            <pc:docMk/>
            <pc:sldMk cId="2786840807" sldId="330"/>
            <ac:spMk id="3" creationId="{611BBEBA-D6F0-BA8F-BEBC-98F22C0452DD}"/>
          </ac:spMkLst>
        </pc:spChg>
        <pc:picChg chg="add mod">
          <ac:chgData name="Harry Alexander Chandler Carey" userId="a5921fd0-d308-41d6-8c9c-7f73dc344b08" providerId="ADAL" clId="{88B4D1CF-7833-4C88-BAA6-807447E96143}" dt="2024-12-11T03:19:21.976" v="538" actId="1076"/>
          <ac:picMkLst>
            <pc:docMk/>
            <pc:sldMk cId="2786840807" sldId="330"/>
            <ac:picMk id="5" creationId="{00C126CB-BE7F-5C2F-9525-0B39B2F83498}"/>
          </ac:picMkLst>
        </pc:picChg>
      </pc:sldChg>
      <pc:sldChg chg="modSp add mod">
        <pc:chgData name="Harry Alexander Chandler Carey" userId="a5921fd0-d308-41d6-8c9c-7f73dc344b08" providerId="ADAL" clId="{88B4D1CF-7833-4C88-BAA6-807447E96143}" dt="2024-12-11T03:21:39.343" v="658" actId="20577"/>
        <pc:sldMkLst>
          <pc:docMk/>
          <pc:sldMk cId="3035585532" sldId="331"/>
        </pc:sldMkLst>
        <pc:spChg chg="mod">
          <ac:chgData name="Harry Alexander Chandler Carey" userId="a5921fd0-d308-41d6-8c9c-7f73dc344b08" providerId="ADAL" clId="{88B4D1CF-7833-4C88-BAA6-807447E96143}" dt="2024-12-11T03:21:39.343" v="658" actId="20577"/>
          <ac:spMkLst>
            <pc:docMk/>
            <pc:sldMk cId="3035585532" sldId="331"/>
            <ac:spMk id="3" creationId="{611BBEBA-D6F0-BA8F-BEBC-98F22C0452DD}"/>
          </ac:spMkLst>
        </pc:spChg>
      </pc:sldChg>
      <pc:sldChg chg="modSp new mod">
        <pc:chgData name="Harry Alexander Chandler Carey" userId="a5921fd0-d308-41d6-8c9c-7f73dc344b08" providerId="ADAL" clId="{88B4D1CF-7833-4C88-BAA6-807447E96143}" dt="2024-12-11T03:26:11.837" v="872" actId="5793"/>
        <pc:sldMkLst>
          <pc:docMk/>
          <pc:sldMk cId="1905013397" sldId="332"/>
        </pc:sldMkLst>
        <pc:spChg chg="mod">
          <ac:chgData name="Harry Alexander Chandler Carey" userId="a5921fd0-d308-41d6-8c9c-7f73dc344b08" providerId="ADAL" clId="{88B4D1CF-7833-4C88-BAA6-807447E96143}" dt="2024-12-11T03:22:14.338" v="666" actId="20577"/>
          <ac:spMkLst>
            <pc:docMk/>
            <pc:sldMk cId="1905013397" sldId="332"/>
            <ac:spMk id="2" creationId="{3604FC48-BFEA-196B-7D14-4734C1EB2511}"/>
          </ac:spMkLst>
        </pc:spChg>
        <pc:spChg chg="mod">
          <ac:chgData name="Harry Alexander Chandler Carey" userId="a5921fd0-d308-41d6-8c9c-7f73dc344b08" providerId="ADAL" clId="{88B4D1CF-7833-4C88-BAA6-807447E96143}" dt="2024-12-11T03:26:11.837" v="872" actId="5793"/>
          <ac:spMkLst>
            <pc:docMk/>
            <pc:sldMk cId="1905013397" sldId="332"/>
            <ac:spMk id="3" creationId="{220B4B73-5F06-A029-7467-83CEA8917434}"/>
          </ac:spMkLst>
        </pc:spChg>
      </pc:sldChg>
      <pc:sldChg chg="addSp delSp modSp add mod">
        <pc:chgData name="Harry Alexander Chandler Carey" userId="a5921fd0-d308-41d6-8c9c-7f73dc344b08" providerId="ADAL" clId="{88B4D1CF-7833-4C88-BAA6-807447E96143}" dt="2024-12-11T03:24:01.621" v="775" actId="1076"/>
        <pc:sldMkLst>
          <pc:docMk/>
          <pc:sldMk cId="1491226843" sldId="333"/>
        </pc:sldMkLst>
        <pc:spChg chg="mod">
          <ac:chgData name="Harry Alexander Chandler Carey" userId="a5921fd0-d308-41d6-8c9c-7f73dc344b08" providerId="ADAL" clId="{88B4D1CF-7833-4C88-BAA6-807447E96143}" dt="2024-12-11T03:23:08.174" v="770" actId="20577"/>
          <ac:spMkLst>
            <pc:docMk/>
            <pc:sldMk cId="1491226843" sldId="333"/>
            <ac:spMk id="3" creationId="{611BBEBA-D6F0-BA8F-BEBC-98F22C0452DD}"/>
          </ac:spMkLst>
        </pc:spChg>
        <pc:picChg chg="del">
          <ac:chgData name="Harry Alexander Chandler Carey" userId="a5921fd0-d308-41d6-8c9c-7f73dc344b08" providerId="ADAL" clId="{88B4D1CF-7833-4C88-BAA6-807447E96143}" dt="2024-12-11T03:23:11.134" v="771" actId="478"/>
          <ac:picMkLst>
            <pc:docMk/>
            <pc:sldMk cId="1491226843" sldId="333"/>
            <ac:picMk id="5" creationId="{00C126CB-BE7F-5C2F-9525-0B39B2F83498}"/>
          </ac:picMkLst>
        </pc:picChg>
        <pc:picChg chg="add mod">
          <ac:chgData name="Harry Alexander Chandler Carey" userId="a5921fd0-d308-41d6-8c9c-7f73dc344b08" providerId="ADAL" clId="{88B4D1CF-7833-4C88-BAA6-807447E96143}" dt="2024-12-11T03:24:01.621" v="775" actId="1076"/>
          <ac:picMkLst>
            <pc:docMk/>
            <pc:sldMk cId="1491226843" sldId="333"/>
            <ac:picMk id="6" creationId="{3769262A-202B-5738-C223-6113E6683A89}"/>
          </ac:picMkLst>
        </pc:picChg>
      </pc:sldChg>
      <pc:sldChg chg="addSp modSp new mod">
        <pc:chgData name="Harry Alexander Chandler Carey" userId="a5921fd0-d308-41d6-8c9c-7f73dc344b08" providerId="ADAL" clId="{88B4D1CF-7833-4C88-BAA6-807447E96143}" dt="2024-12-11T03:25:21.212" v="865" actId="1076"/>
        <pc:sldMkLst>
          <pc:docMk/>
          <pc:sldMk cId="1313212526" sldId="334"/>
        </pc:sldMkLst>
        <pc:spChg chg="mod">
          <ac:chgData name="Harry Alexander Chandler Carey" userId="a5921fd0-d308-41d6-8c9c-7f73dc344b08" providerId="ADAL" clId="{88B4D1CF-7833-4C88-BAA6-807447E96143}" dt="2024-12-11T03:24:20.420" v="799" actId="20577"/>
          <ac:spMkLst>
            <pc:docMk/>
            <pc:sldMk cId="1313212526" sldId="334"/>
            <ac:spMk id="2" creationId="{9CBE9287-12CF-88F8-C26A-5D9C28073AEE}"/>
          </ac:spMkLst>
        </pc:spChg>
        <pc:spChg chg="mod">
          <ac:chgData name="Harry Alexander Chandler Carey" userId="a5921fd0-d308-41d6-8c9c-7f73dc344b08" providerId="ADAL" clId="{88B4D1CF-7833-4C88-BAA6-807447E96143}" dt="2024-12-11T03:24:47.413" v="861" actId="20577"/>
          <ac:spMkLst>
            <pc:docMk/>
            <pc:sldMk cId="1313212526" sldId="334"/>
            <ac:spMk id="3" creationId="{80174260-C497-AC40-2DAD-52D5EE38BB42}"/>
          </ac:spMkLst>
        </pc:spChg>
        <pc:picChg chg="add mod">
          <ac:chgData name="Harry Alexander Chandler Carey" userId="a5921fd0-d308-41d6-8c9c-7f73dc344b08" providerId="ADAL" clId="{88B4D1CF-7833-4C88-BAA6-807447E96143}" dt="2024-12-11T03:25:21.212" v="865" actId="1076"/>
          <ac:picMkLst>
            <pc:docMk/>
            <pc:sldMk cId="1313212526" sldId="334"/>
            <ac:picMk id="5" creationId="{BBA5AA21-AB06-E72F-4F5D-5F83FBF8D47B}"/>
          </ac:picMkLst>
        </pc:picChg>
      </pc:sldChg>
      <pc:sldChg chg="addSp delSp modSp new mod ord">
        <pc:chgData name="Harry Alexander Chandler Carey" userId="a5921fd0-d308-41d6-8c9c-7f73dc344b08" providerId="ADAL" clId="{88B4D1CF-7833-4C88-BAA6-807447E96143}" dt="2024-12-11T04:26:17.454" v="2126" actId="20578"/>
        <pc:sldMkLst>
          <pc:docMk/>
          <pc:sldMk cId="2175726294" sldId="335"/>
        </pc:sldMkLst>
        <pc:spChg chg="mod">
          <ac:chgData name="Harry Alexander Chandler Carey" userId="a5921fd0-d308-41d6-8c9c-7f73dc344b08" providerId="ADAL" clId="{88B4D1CF-7833-4C88-BAA6-807447E96143}" dt="2024-12-11T03:38:31.945" v="999" actId="1076"/>
          <ac:spMkLst>
            <pc:docMk/>
            <pc:sldMk cId="2175726294" sldId="335"/>
            <ac:spMk id="2" creationId="{19D0E868-C01C-9E7E-60C0-8194BBB99DDC}"/>
          </ac:spMkLst>
        </pc:spChg>
        <pc:spChg chg="del">
          <ac:chgData name="Harry Alexander Chandler Carey" userId="a5921fd0-d308-41d6-8c9c-7f73dc344b08" providerId="ADAL" clId="{88B4D1CF-7833-4C88-BAA6-807447E96143}" dt="2024-12-11T03:29:42.743" v="889" actId="478"/>
          <ac:spMkLst>
            <pc:docMk/>
            <pc:sldMk cId="2175726294" sldId="335"/>
            <ac:spMk id="3" creationId="{6CF02D33-E0F6-9C9D-91B7-20BC929249BD}"/>
          </ac:spMkLst>
        </pc:spChg>
        <pc:spChg chg="add del mod">
          <ac:chgData name="Harry Alexander Chandler Carey" userId="a5921fd0-d308-41d6-8c9c-7f73dc344b08" providerId="ADAL" clId="{88B4D1CF-7833-4C88-BAA6-807447E96143}" dt="2024-12-11T03:29:40.304" v="888" actId="478"/>
          <ac:spMkLst>
            <pc:docMk/>
            <pc:sldMk cId="2175726294" sldId="335"/>
            <ac:spMk id="4" creationId="{35A593B1-4807-730E-51A9-2F340675BF9E}"/>
          </ac:spMkLst>
        </pc:spChg>
        <pc:spChg chg="add mod">
          <ac:chgData name="Harry Alexander Chandler Carey" userId="a5921fd0-d308-41d6-8c9c-7f73dc344b08" providerId="ADAL" clId="{88B4D1CF-7833-4C88-BAA6-807447E96143}" dt="2024-12-11T03:35:28.477" v="943" actId="1076"/>
          <ac:spMkLst>
            <pc:docMk/>
            <pc:sldMk cId="2175726294" sldId="335"/>
            <ac:spMk id="5" creationId="{06CD9424-C9DD-B555-A490-C55741D86106}"/>
          </ac:spMkLst>
        </pc:spChg>
        <pc:spChg chg="add mod">
          <ac:chgData name="Harry Alexander Chandler Carey" userId="a5921fd0-d308-41d6-8c9c-7f73dc344b08" providerId="ADAL" clId="{88B4D1CF-7833-4C88-BAA6-807447E96143}" dt="2024-12-11T03:35:25.841" v="942" actId="1076"/>
          <ac:spMkLst>
            <pc:docMk/>
            <pc:sldMk cId="2175726294" sldId="335"/>
            <ac:spMk id="6" creationId="{1A2389CC-7F42-1B1E-BFB7-CE596990FFA1}"/>
          </ac:spMkLst>
        </pc:spChg>
        <pc:spChg chg="add mod">
          <ac:chgData name="Harry Alexander Chandler Carey" userId="a5921fd0-d308-41d6-8c9c-7f73dc344b08" providerId="ADAL" clId="{88B4D1CF-7833-4C88-BAA6-807447E96143}" dt="2024-12-11T03:35:22.461" v="941" actId="1076"/>
          <ac:spMkLst>
            <pc:docMk/>
            <pc:sldMk cId="2175726294" sldId="335"/>
            <ac:spMk id="7" creationId="{A8597428-1922-2809-F407-FEFAEC032BB9}"/>
          </ac:spMkLst>
        </pc:spChg>
        <pc:spChg chg="add mod">
          <ac:chgData name="Harry Alexander Chandler Carey" userId="a5921fd0-d308-41d6-8c9c-7f73dc344b08" providerId="ADAL" clId="{88B4D1CF-7833-4C88-BAA6-807447E96143}" dt="2024-12-11T03:38:24.800" v="998" actId="1076"/>
          <ac:spMkLst>
            <pc:docMk/>
            <pc:sldMk cId="2175726294" sldId="335"/>
            <ac:spMk id="8" creationId="{639A62B2-AB8F-D0C4-001E-8DE2BDD5291B}"/>
          </ac:spMkLst>
        </pc:spChg>
        <pc:spChg chg="add mod">
          <ac:chgData name="Harry Alexander Chandler Carey" userId="a5921fd0-d308-41d6-8c9c-7f73dc344b08" providerId="ADAL" clId="{88B4D1CF-7833-4C88-BAA6-807447E96143}" dt="2024-12-11T03:36:09.656" v="966" actId="1076"/>
          <ac:spMkLst>
            <pc:docMk/>
            <pc:sldMk cId="2175726294" sldId="335"/>
            <ac:spMk id="9" creationId="{27900188-3E77-9CF0-CC6C-C937CF8A3505}"/>
          </ac:spMkLst>
        </pc:spChg>
        <pc:spChg chg="add mod">
          <ac:chgData name="Harry Alexander Chandler Carey" userId="a5921fd0-d308-41d6-8c9c-7f73dc344b08" providerId="ADAL" clId="{88B4D1CF-7833-4C88-BAA6-807447E96143}" dt="2024-12-11T03:36:53.565" v="974" actId="14100"/>
          <ac:spMkLst>
            <pc:docMk/>
            <pc:sldMk cId="2175726294" sldId="335"/>
            <ac:spMk id="16" creationId="{6A1DEAE4-D2F9-C713-1BCC-38E1B12D6F5F}"/>
          </ac:spMkLst>
        </pc:spChg>
        <pc:spChg chg="add del mod">
          <ac:chgData name="Harry Alexander Chandler Carey" userId="a5921fd0-d308-41d6-8c9c-7f73dc344b08" providerId="ADAL" clId="{88B4D1CF-7833-4C88-BAA6-807447E96143}" dt="2024-12-11T03:39:22.185" v="1040"/>
          <ac:spMkLst>
            <pc:docMk/>
            <pc:sldMk cId="2175726294" sldId="335"/>
            <ac:spMk id="34" creationId="{3D950CF4-42D0-17BD-E84E-10A7D889CAEF}"/>
          </ac:spMkLst>
        </pc:spChg>
        <pc:spChg chg="add mod">
          <ac:chgData name="Harry Alexander Chandler Carey" userId="a5921fd0-d308-41d6-8c9c-7f73dc344b08" providerId="ADAL" clId="{88B4D1CF-7833-4C88-BAA6-807447E96143}" dt="2024-12-11T03:39:21.038" v="1038" actId="1076"/>
          <ac:spMkLst>
            <pc:docMk/>
            <pc:sldMk cId="2175726294" sldId="335"/>
            <ac:spMk id="35" creationId="{95D61284-C2BE-0D0F-6EED-A069FD22DB24}"/>
          </ac:spMkLst>
        </pc:spChg>
        <pc:spChg chg="add mod">
          <ac:chgData name="Harry Alexander Chandler Carey" userId="a5921fd0-d308-41d6-8c9c-7f73dc344b08" providerId="ADAL" clId="{88B4D1CF-7833-4C88-BAA6-807447E96143}" dt="2024-12-11T03:39:37.114" v="1053" actId="1076"/>
          <ac:spMkLst>
            <pc:docMk/>
            <pc:sldMk cId="2175726294" sldId="335"/>
            <ac:spMk id="36" creationId="{D14FAAE9-79A2-4980-2862-4A7FDD96914E}"/>
          </ac:spMkLst>
        </pc:spChg>
        <pc:spChg chg="add mod">
          <ac:chgData name="Harry Alexander Chandler Carey" userId="a5921fd0-d308-41d6-8c9c-7f73dc344b08" providerId="ADAL" clId="{88B4D1CF-7833-4C88-BAA6-807447E96143}" dt="2024-12-11T03:40:01.929" v="1065" actId="1076"/>
          <ac:spMkLst>
            <pc:docMk/>
            <pc:sldMk cId="2175726294" sldId="335"/>
            <ac:spMk id="37" creationId="{A04EFDF2-01E1-22AD-1983-4A1028E8A485}"/>
          </ac:spMkLst>
        </pc:spChg>
        <pc:spChg chg="add mod">
          <ac:chgData name="Harry Alexander Chandler Carey" userId="a5921fd0-d308-41d6-8c9c-7f73dc344b08" providerId="ADAL" clId="{88B4D1CF-7833-4C88-BAA6-807447E96143}" dt="2024-12-11T03:40:12.278" v="1086" actId="1076"/>
          <ac:spMkLst>
            <pc:docMk/>
            <pc:sldMk cId="2175726294" sldId="335"/>
            <ac:spMk id="38" creationId="{EB7BB18C-8C7F-59DF-A08C-280C708F452B}"/>
          </ac:spMkLst>
        </pc:spChg>
        <pc:cxnChg chg="add mod">
          <ac:chgData name="Harry Alexander Chandler Carey" userId="a5921fd0-d308-41d6-8c9c-7f73dc344b08" providerId="ADAL" clId="{88B4D1CF-7833-4C88-BAA6-807447E96143}" dt="2024-12-11T03:36:28.206" v="969" actId="14100"/>
          <ac:cxnSpMkLst>
            <pc:docMk/>
            <pc:sldMk cId="2175726294" sldId="335"/>
            <ac:cxnSpMk id="11" creationId="{A5493231-E7B0-D570-2CFF-8E855CB64C04}"/>
          </ac:cxnSpMkLst>
        </pc:cxnChg>
        <pc:cxnChg chg="add mod">
          <ac:chgData name="Harry Alexander Chandler Carey" userId="a5921fd0-d308-41d6-8c9c-7f73dc344b08" providerId="ADAL" clId="{88B4D1CF-7833-4C88-BAA6-807447E96143}" dt="2024-12-11T03:36:36.714" v="972" actId="14100"/>
          <ac:cxnSpMkLst>
            <pc:docMk/>
            <pc:sldMk cId="2175726294" sldId="335"/>
            <ac:cxnSpMk id="13" creationId="{3B4F8D86-FDF2-8CE6-EFD2-2FCBA7EC5CCF}"/>
          </ac:cxnSpMkLst>
        </pc:cxnChg>
        <pc:cxnChg chg="add mod">
          <ac:chgData name="Harry Alexander Chandler Carey" userId="a5921fd0-d308-41d6-8c9c-7f73dc344b08" providerId="ADAL" clId="{88B4D1CF-7833-4C88-BAA6-807447E96143}" dt="2024-12-11T03:37:08.745" v="976" actId="14100"/>
          <ac:cxnSpMkLst>
            <pc:docMk/>
            <pc:sldMk cId="2175726294" sldId="335"/>
            <ac:cxnSpMk id="18" creationId="{DA8C0AC1-1252-4F29-E433-CA8935B38381}"/>
          </ac:cxnSpMkLst>
        </pc:cxnChg>
        <pc:cxnChg chg="add mod">
          <ac:chgData name="Harry Alexander Chandler Carey" userId="a5921fd0-d308-41d6-8c9c-7f73dc344b08" providerId="ADAL" clId="{88B4D1CF-7833-4C88-BAA6-807447E96143}" dt="2024-12-11T03:37:18.050" v="979" actId="14100"/>
          <ac:cxnSpMkLst>
            <pc:docMk/>
            <pc:sldMk cId="2175726294" sldId="335"/>
            <ac:cxnSpMk id="20" creationId="{85480A8E-2582-3DB8-F133-4CF2FEE559E8}"/>
          </ac:cxnSpMkLst>
        </pc:cxnChg>
        <pc:cxnChg chg="add mod">
          <ac:chgData name="Harry Alexander Chandler Carey" userId="a5921fd0-d308-41d6-8c9c-7f73dc344b08" providerId="ADAL" clId="{88B4D1CF-7833-4C88-BAA6-807447E96143}" dt="2024-12-11T03:37:39.817" v="987" actId="14100"/>
          <ac:cxnSpMkLst>
            <pc:docMk/>
            <pc:sldMk cId="2175726294" sldId="335"/>
            <ac:cxnSpMk id="23" creationId="{8ADA23CF-F0B4-FCC5-0803-17B1F9586678}"/>
          </ac:cxnSpMkLst>
        </pc:cxnChg>
        <pc:cxnChg chg="add mod">
          <ac:chgData name="Harry Alexander Chandler Carey" userId="a5921fd0-d308-41d6-8c9c-7f73dc344b08" providerId="ADAL" clId="{88B4D1CF-7833-4C88-BAA6-807447E96143}" dt="2024-12-11T03:38:22.319" v="996" actId="14100"/>
          <ac:cxnSpMkLst>
            <pc:docMk/>
            <pc:sldMk cId="2175726294" sldId="335"/>
            <ac:cxnSpMk id="28" creationId="{82083C83-F331-29D0-7824-29B9BC55F367}"/>
          </ac:cxnSpMkLst>
        </pc:cxnChg>
      </pc:sldChg>
      <pc:sldChg chg="addSp modSp new mod">
        <pc:chgData name="Harry Alexander Chandler Carey" userId="a5921fd0-d308-41d6-8c9c-7f73dc344b08" providerId="ADAL" clId="{88B4D1CF-7833-4C88-BAA6-807447E96143}" dt="2024-12-11T03:52:17.576" v="1197" actId="1076"/>
        <pc:sldMkLst>
          <pc:docMk/>
          <pc:sldMk cId="3922063279" sldId="336"/>
        </pc:sldMkLst>
        <pc:spChg chg="mod">
          <ac:chgData name="Harry Alexander Chandler Carey" userId="a5921fd0-d308-41d6-8c9c-7f73dc344b08" providerId="ADAL" clId="{88B4D1CF-7833-4C88-BAA6-807447E96143}" dt="2024-12-11T03:50:21.537" v="1098" actId="20577"/>
          <ac:spMkLst>
            <pc:docMk/>
            <pc:sldMk cId="3922063279" sldId="336"/>
            <ac:spMk id="2" creationId="{BEEA097F-EA7F-D869-10D5-2C84419D75CD}"/>
          </ac:spMkLst>
        </pc:spChg>
        <pc:spChg chg="mod">
          <ac:chgData name="Harry Alexander Chandler Carey" userId="a5921fd0-d308-41d6-8c9c-7f73dc344b08" providerId="ADAL" clId="{88B4D1CF-7833-4C88-BAA6-807447E96143}" dt="2024-12-11T03:51:38.712" v="1193" actId="20577"/>
          <ac:spMkLst>
            <pc:docMk/>
            <pc:sldMk cId="3922063279" sldId="336"/>
            <ac:spMk id="3" creationId="{3C75A675-E1A1-8DBD-C645-15442AA765BB}"/>
          </ac:spMkLst>
        </pc:spChg>
        <pc:picChg chg="add mod">
          <ac:chgData name="Harry Alexander Chandler Carey" userId="a5921fd0-d308-41d6-8c9c-7f73dc344b08" providerId="ADAL" clId="{88B4D1CF-7833-4C88-BAA6-807447E96143}" dt="2024-12-11T03:52:17.576" v="1197" actId="1076"/>
          <ac:picMkLst>
            <pc:docMk/>
            <pc:sldMk cId="3922063279" sldId="336"/>
            <ac:picMk id="5" creationId="{967EB6C4-78D0-EA00-2CFA-016014FC707C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1T03:53:02.715" v="1282" actId="20577"/>
        <pc:sldMkLst>
          <pc:docMk/>
          <pc:sldMk cId="2938993757" sldId="337"/>
        </pc:sldMkLst>
        <pc:spChg chg="mod">
          <ac:chgData name="Harry Alexander Chandler Carey" userId="a5921fd0-d308-41d6-8c9c-7f73dc344b08" providerId="ADAL" clId="{88B4D1CF-7833-4C88-BAA6-807447E96143}" dt="2024-12-11T03:52:36.386" v="1224" actId="20577"/>
          <ac:spMkLst>
            <pc:docMk/>
            <pc:sldMk cId="2938993757" sldId="337"/>
            <ac:spMk id="2" creationId="{F8D96868-AB3A-9189-A1D8-4FCDFC38DC04}"/>
          </ac:spMkLst>
        </pc:spChg>
        <pc:spChg chg="mod">
          <ac:chgData name="Harry Alexander Chandler Carey" userId="a5921fd0-d308-41d6-8c9c-7f73dc344b08" providerId="ADAL" clId="{88B4D1CF-7833-4C88-BAA6-807447E96143}" dt="2024-12-11T03:53:02.715" v="1282" actId="20577"/>
          <ac:spMkLst>
            <pc:docMk/>
            <pc:sldMk cId="2938993757" sldId="337"/>
            <ac:spMk id="3" creationId="{B0AC8812-5AC6-491A-B6C2-D88EDFBE1A30}"/>
          </ac:spMkLst>
        </pc:spChg>
      </pc:sldChg>
      <pc:sldChg chg="addSp delSp modSp new mod">
        <pc:chgData name="Harry Alexander Chandler Carey" userId="a5921fd0-d308-41d6-8c9c-7f73dc344b08" providerId="ADAL" clId="{88B4D1CF-7833-4C88-BAA6-807447E96143}" dt="2024-12-11T03:53:45.692" v="1302" actId="1076"/>
        <pc:sldMkLst>
          <pc:docMk/>
          <pc:sldMk cId="3808909345" sldId="338"/>
        </pc:sldMkLst>
        <pc:spChg chg="mod">
          <ac:chgData name="Harry Alexander Chandler Carey" userId="a5921fd0-d308-41d6-8c9c-7f73dc344b08" providerId="ADAL" clId="{88B4D1CF-7833-4C88-BAA6-807447E96143}" dt="2024-12-11T03:53:25.851" v="1297" actId="20577"/>
          <ac:spMkLst>
            <pc:docMk/>
            <pc:sldMk cId="3808909345" sldId="338"/>
            <ac:spMk id="2" creationId="{773B1C85-27E1-5448-7A10-D8EBDC6CCC6E}"/>
          </ac:spMkLst>
        </pc:spChg>
        <pc:spChg chg="del">
          <ac:chgData name="Harry Alexander Chandler Carey" userId="a5921fd0-d308-41d6-8c9c-7f73dc344b08" providerId="ADAL" clId="{88B4D1CF-7833-4C88-BAA6-807447E96143}" dt="2024-12-11T03:53:36.844" v="1298" actId="478"/>
          <ac:spMkLst>
            <pc:docMk/>
            <pc:sldMk cId="3808909345" sldId="338"/>
            <ac:spMk id="3" creationId="{ECEDDE3C-6D9D-537B-AF3F-8E056120CD04}"/>
          </ac:spMkLst>
        </pc:spChg>
        <pc:picChg chg="add mod">
          <ac:chgData name="Harry Alexander Chandler Carey" userId="a5921fd0-d308-41d6-8c9c-7f73dc344b08" providerId="ADAL" clId="{88B4D1CF-7833-4C88-BAA6-807447E96143}" dt="2024-12-11T03:53:45.692" v="1302" actId="1076"/>
          <ac:picMkLst>
            <pc:docMk/>
            <pc:sldMk cId="3808909345" sldId="338"/>
            <ac:picMk id="4" creationId="{963757B1-9660-2710-AEB7-A92915393D0D}"/>
          </ac:picMkLst>
        </pc:picChg>
      </pc:sldChg>
      <pc:sldChg chg="addSp delSp modSp add mod">
        <pc:chgData name="Harry Alexander Chandler Carey" userId="a5921fd0-d308-41d6-8c9c-7f73dc344b08" providerId="ADAL" clId="{88B4D1CF-7833-4C88-BAA6-807447E96143}" dt="2024-12-11T03:54:32.945" v="1314" actId="14100"/>
        <pc:sldMkLst>
          <pc:docMk/>
          <pc:sldMk cId="3086911014" sldId="339"/>
        </pc:sldMkLst>
        <pc:spChg chg="mod">
          <ac:chgData name="Harry Alexander Chandler Carey" userId="a5921fd0-d308-41d6-8c9c-7f73dc344b08" providerId="ADAL" clId="{88B4D1CF-7833-4C88-BAA6-807447E96143}" dt="2024-12-11T03:54:02.288" v="1310" actId="20577"/>
          <ac:spMkLst>
            <pc:docMk/>
            <pc:sldMk cId="3086911014" sldId="339"/>
            <ac:spMk id="2" creationId="{773B1C85-27E1-5448-7A10-D8EBDC6CCC6E}"/>
          </ac:spMkLst>
        </pc:spChg>
        <pc:picChg chg="del">
          <ac:chgData name="Harry Alexander Chandler Carey" userId="a5921fd0-d308-41d6-8c9c-7f73dc344b08" providerId="ADAL" clId="{88B4D1CF-7833-4C88-BAA6-807447E96143}" dt="2024-12-11T03:54:04.783" v="1311" actId="478"/>
          <ac:picMkLst>
            <pc:docMk/>
            <pc:sldMk cId="3086911014" sldId="339"/>
            <ac:picMk id="4" creationId="{963757B1-9660-2710-AEB7-A92915393D0D}"/>
          </ac:picMkLst>
        </pc:picChg>
        <pc:picChg chg="add mod">
          <ac:chgData name="Harry Alexander Chandler Carey" userId="a5921fd0-d308-41d6-8c9c-7f73dc344b08" providerId="ADAL" clId="{88B4D1CF-7833-4C88-BAA6-807447E96143}" dt="2024-12-11T03:54:32.945" v="1314" actId="14100"/>
          <ac:picMkLst>
            <pc:docMk/>
            <pc:sldMk cId="3086911014" sldId="339"/>
            <ac:picMk id="5" creationId="{0BC16262-37E3-1276-124D-5F792070C0F1}"/>
          </ac:picMkLst>
        </pc:picChg>
      </pc:sldChg>
      <pc:sldChg chg="addSp delSp modSp new mod">
        <pc:chgData name="Harry Alexander Chandler Carey" userId="a5921fd0-d308-41d6-8c9c-7f73dc344b08" providerId="ADAL" clId="{88B4D1CF-7833-4C88-BAA6-807447E96143}" dt="2024-12-11T03:55:09.561" v="1331" actId="1076"/>
        <pc:sldMkLst>
          <pc:docMk/>
          <pc:sldMk cId="3029844323" sldId="340"/>
        </pc:sldMkLst>
        <pc:spChg chg="mod">
          <ac:chgData name="Harry Alexander Chandler Carey" userId="a5921fd0-d308-41d6-8c9c-7f73dc344b08" providerId="ADAL" clId="{88B4D1CF-7833-4C88-BAA6-807447E96143}" dt="2024-12-11T03:54:42.216" v="1326" actId="20577"/>
          <ac:spMkLst>
            <pc:docMk/>
            <pc:sldMk cId="3029844323" sldId="340"/>
            <ac:spMk id="2" creationId="{2A1FDEE3-3B48-08B1-7B6B-32B972E0D973}"/>
          </ac:spMkLst>
        </pc:spChg>
        <pc:spChg chg="del">
          <ac:chgData name="Harry Alexander Chandler Carey" userId="a5921fd0-d308-41d6-8c9c-7f73dc344b08" providerId="ADAL" clId="{88B4D1CF-7833-4C88-BAA6-807447E96143}" dt="2024-12-11T03:55:04.627" v="1327" actId="478"/>
          <ac:spMkLst>
            <pc:docMk/>
            <pc:sldMk cId="3029844323" sldId="340"/>
            <ac:spMk id="3" creationId="{20C75CEC-A32F-70DB-4297-CE860E9D7D35}"/>
          </ac:spMkLst>
        </pc:spChg>
        <pc:picChg chg="add mod">
          <ac:chgData name="Harry Alexander Chandler Carey" userId="a5921fd0-d308-41d6-8c9c-7f73dc344b08" providerId="ADAL" clId="{88B4D1CF-7833-4C88-BAA6-807447E96143}" dt="2024-12-11T03:55:09.561" v="1331" actId="1076"/>
          <ac:picMkLst>
            <pc:docMk/>
            <pc:sldMk cId="3029844323" sldId="340"/>
            <ac:picMk id="5" creationId="{4281D8B1-23DE-5D9F-8BAA-9F3FAA51F8F8}"/>
          </ac:picMkLst>
        </pc:picChg>
      </pc:sldChg>
      <pc:sldChg chg="addSp delSp modSp new mod">
        <pc:chgData name="Harry Alexander Chandler Carey" userId="a5921fd0-d308-41d6-8c9c-7f73dc344b08" providerId="ADAL" clId="{88B4D1CF-7833-4C88-BAA6-807447E96143}" dt="2024-12-11T03:55:48.934" v="1353" actId="1076"/>
        <pc:sldMkLst>
          <pc:docMk/>
          <pc:sldMk cId="3834621695" sldId="341"/>
        </pc:sldMkLst>
        <pc:spChg chg="mod">
          <ac:chgData name="Harry Alexander Chandler Carey" userId="a5921fd0-d308-41d6-8c9c-7f73dc344b08" providerId="ADAL" clId="{88B4D1CF-7833-4C88-BAA6-807447E96143}" dt="2024-12-11T03:55:22.363" v="1348" actId="20577"/>
          <ac:spMkLst>
            <pc:docMk/>
            <pc:sldMk cId="3834621695" sldId="341"/>
            <ac:spMk id="2" creationId="{33732125-57FD-D5FE-CEE7-55D7511351C8}"/>
          </ac:spMkLst>
        </pc:spChg>
        <pc:spChg chg="del">
          <ac:chgData name="Harry Alexander Chandler Carey" userId="a5921fd0-d308-41d6-8c9c-7f73dc344b08" providerId="ADAL" clId="{88B4D1CF-7833-4C88-BAA6-807447E96143}" dt="2024-12-11T03:55:44.108" v="1349" actId="478"/>
          <ac:spMkLst>
            <pc:docMk/>
            <pc:sldMk cId="3834621695" sldId="341"/>
            <ac:spMk id="3" creationId="{FC0FA2A9-A1E7-78E6-CA23-6DDDB7D1E13B}"/>
          </ac:spMkLst>
        </pc:spChg>
        <pc:picChg chg="add mod">
          <ac:chgData name="Harry Alexander Chandler Carey" userId="a5921fd0-d308-41d6-8c9c-7f73dc344b08" providerId="ADAL" clId="{88B4D1CF-7833-4C88-BAA6-807447E96143}" dt="2024-12-11T03:55:48.934" v="1353" actId="1076"/>
          <ac:picMkLst>
            <pc:docMk/>
            <pc:sldMk cId="3834621695" sldId="341"/>
            <ac:picMk id="5" creationId="{6D8BBF9A-6AA9-7ED0-E111-8D6E5CC7FAE1}"/>
          </ac:picMkLst>
        </pc:picChg>
      </pc:sldChg>
      <pc:sldChg chg="addSp delSp modSp new mod">
        <pc:chgData name="Harry Alexander Chandler Carey" userId="a5921fd0-d308-41d6-8c9c-7f73dc344b08" providerId="ADAL" clId="{88B4D1CF-7833-4C88-BAA6-807447E96143}" dt="2024-12-11T04:00:07.450" v="1397" actId="20577"/>
        <pc:sldMkLst>
          <pc:docMk/>
          <pc:sldMk cId="312844304" sldId="342"/>
        </pc:sldMkLst>
        <pc:spChg chg="mod">
          <ac:chgData name="Harry Alexander Chandler Carey" userId="a5921fd0-d308-41d6-8c9c-7f73dc344b08" providerId="ADAL" clId="{88B4D1CF-7833-4C88-BAA6-807447E96143}" dt="2024-12-11T04:00:07.450" v="1397" actId="20577"/>
          <ac:spMkLst>
            <pc:docMk/>
            <pc:sldMk cId="312844304" sldId="342"/>
            <ac:spMk id="2" creationId="{F92CFF6A-2F79-1BF3-123A-99C0AD10DA65}"/>
          </ac:spMkLst>
        </pc:spChg>
        <pc:spChg chg="del">
          <ac:chgData name="Harry Alexander Chandler Carey" userId="a5921fd0-d308-41d6-8c9c-7f73dc344b08" providerId="ADAL" clId="{88B4D1CF-7833-4C88-BAA6-807447E96143}" dt="2024-12-11T03:59:55.689" v="1355" actId="478"/>
          <ac:spMkLst>
            <pc:docMk/>
            <pc:sldMk cId="312844304" sldId="342"/>
            <ac:spMk id="3" creationId="{08170D95-FE21-69FC-6E01-0F6E44D11528}"/>
          </ac:spMkLst>
        </pc:spChg>
        <pc:picChg chg="add mod">
          <ac:chgData name="Harry Alexander Chandler Carey" userId="a5921fd0-d308-41d6-8c9c-7f73dc344b08" providerId="ADAL" clId="{88B4D1CF-7833-4C88-BAA6-807447E96143}" dt="2024-12-11T04:00:01.425" v="1359" actId="1076"/>
          <ac:picMkLst>
            <pc:docMk/>
            <pc:sldMk cId="312844304" sldId="342"/>
            <ac:picMk id="5" creationId="{7B795743-8B5D-84F1-4419-E22DB501B8E4}"/>
          </ac:picMkLst>
        </pc:picChg>
      </pc:sldChg>
      <pc:sldChg chg="addSp modSp new mod">
        <pc:chgData name="Harry Alexander Chandler Carey" userId="a5921fd0-d308-41d6-8c9c-7f73dc344b08" providerId="ADAL" clId="{88B4D1CF-7833-4C88-BAA6-807447E96143}" dt="2024-12-11T04:03:31.989" v="1711" actId="1076"/>
        <pc:sldMkLst>
          <pc:docMk/>
          <pc:sldMk cId="3286543146" sldId="343"/>
        </pc:sldMkLst>
        <pc:spChg chg="mod">
          <ac:chgData name="Harry Alexander Chandler Carey" userId="a5921fd0-d308-41d6-8c9c-7f73dc344b08" providerId="ADAL" clId="{88B4D1CF-7833-4C88-BAA6-807447E96143}" dt="2024-12-11T04:00:41.042" v="1412" actId="20577"/>
          <ac:spMkLst>
            <pc:docMk/>
            <pc:sldMk cId="3286543146" sldId="343"/>
            <ac:spMk id="2" creationId="{A488F003-2E3C-86AD-AF0A-33A0CBA1E9D7}"/>
          </ac:spMkLst>
        </pc:spChg>
        <pc:spChg chg="mod">
          <ac:chgData name="Harry Alexander Chandler Carey" userId="a5921fd0-d308-41d6-8c9c-7f73dc344b08" providerId="ADAL" clId="{88B4D1CF-7833-4C88-BAA6-807447E96143}" dt="2024-12-11T04:03:31.989" v="1711" actId="1076"/>
          <ac:spMkLst>
            <pc:docMk/>
            <pc:sldMk cId="3286543146" sldId="343"/>
            <ac:spMk id="3" creationId="{089A5410-0FC0-F6ED-A236-36E3F53D96E8}"/>
          </ac:spMkLst>
        </pc:spChg>
        <pc:picChg chg="add mod">
          <ac:chgData name="Harry Alexander Chandler Carey" userId="a5921fd0-d308-41d6-8c9c-7f73dc344b08" providerId="ADAL" clId="{88B4D1CF-7833-4C88-BAA6-807447E96143}" dt="2024-12-11T04:02:21.483" v="1530" actId="1076"/>
          <ac:picMkLst>
            <pc:docMk/>
            <pc:sldMk cId="3286543146" sldId="343"/>
            <ac:picMk id="5" creationId="{EC546CA8-886E-8372-617C-F45E2AB3FBBA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1T04:01:05.369" v="1470" actId="20577"/>
        <pc:sldMkLst>
          <pc:docMk/>
          <pc:sldMk cId="2716090278" sldId="344"/>
        </pc:sldMkLst>
        <pc:spChg chg="mod">
          <ac:chgData name="Harry Alexander Chandler Carey" userId="a5921fd0-d308-41d6-8c9c-7f73dc344b08" providerId="ADAL" clId="{88B4D1CF-7833-4C88-BAA6-807447E96143}" dt="2024-12-11T04:01:02.164" v="1457" actId="20577"/>
          <ac:spMkLst>
            <pc:docMk/>
            <pc:sldMk cId="2716090278" sldId="344"/>
            <ac:spMk id="2" creationId="{FB52886B-B1D7-7DDE-CEB9-A20E9AFE549F}"/>
          </ac:spMkLst>
        </pc:spChg>
        <pc:spChg chg="mod">
          <ac:chgData name="Harry Alexander Chandler Carey" userId="a5921fd0-d308-41d6-8c9c-7f73dc344b08" providerId="ADAL" clId="{88B4D1CF-7833-4C88-BAA6-807447E96143}" dt="2024-12-11T04:01:05.369" v="1470" actId="20577"/>
          <ac:spMkLst>
            <pc:docMk/>
            <pc:sldMk cId="2716090278" sldId="344"/>
            <ac:spMk id="3" creationId="{88782CD8-51F0-D177-AE19-C4DCD0AED04A}"/>
          </ac:spMkLst>
        </pc:spChg>
      </pc:sldChg>
      <pc:sldChg chg="addSp delSp modSp new mod">
        <pc:chgData name="Harry Alexander Chandler Carey" userId="a5921fd0-d308-41d6-8c9c-7f73dc344b08" providerId="ADAL" clId="{88B4D1CF-7833-4C88-BAA6-807447E96143}" dt="2024-12-11T04:04:49.835" v="1757" actId="1076"/>
        <pc:sldMkLst>
          <pc:docMk/>
          <pc:sldMk cId="1626802330" sldId="345"/>
        </pc:sldMkLst>
        <pc:spChg chg="mod">
          <ac:chgData name="Harry Alexander Chandler Carey" userId="a5921fd0-d308-41d6-8c9c-7f73dc344b08" providerId="ADAL" clId="{88B4D1CF-7833-4C88-BAA6-807447E96143}" dt="2024-12-11T04:03:50.694" v="1752" actId="20577"/>
          <ac:spMkLst>
            <pc:docMk/>
            <pc:sldMk cId="1626802330" sldId="345"/>
            <ac:spMk id="2" creationId="{DBEC27FC-A8EF-4409-D52D-BD40A4B685FE}"/>
          </ac:spMkLst>
        </pc:spChg>
        <pc:spChg chg="del">
          <ac:chgData name="Harry Alexander Chandler Carey" userId="a5921fd0-d308-41d6-8c9c-7f73dc344b08" providerId="ADAL" clId="{88B4D1CF-7833-4C88-BAA6-807447E96143}" dt="2024-12-11T04:04:42.562" v="1753" actId="478"/>
          <ac:spMkLst>
            <pc:docMk/>
            <pc:sldMk cId="1626802330" sldId="345"/>
            <ac:spMk id="3" creationId="{07D3E6B1-7346-DFA8-31B4-FECBA89231C6}"/>
          </ac:spMkLst>
        </pc:spChg>
        <pc:picChg chg="add mod">
          <ac:chgData name="Harry Alexander Chandler Carey" userId="a5921fd0-d308-41d6-8c9c-7f73dc344b08" providerId="ADAL" clId="{88B4D1CF-7833-4C88-BAA6-807447E96143}" dt="2024-12-11T04:04:49.835" v="1757" actId="1076"/>
          <ac:picMkLst>
            <pc:docMk/>
            <pc:sldMk cId="1626802330" sldId="345"/>
            <ac:picMk id="5" creationId="{D327C24F-260E-E9DE-A6F0-4337F1022111}"/>
          </ac:picMkLst>
        </pc:picChg>
      </pc:sldChg>
      <pc:sldChg chg="addSp delSp modSp new mod">
        <pc:chgData name="Harry Alexander Chandler Carey" userId="a5921fd0-d308-41d6-8c9c-7f73dc344b08" providerId="ADAL" clId="{88B4D1CF-7833-4C88-BAA6-807447E96143}" dt="2024-12-11T04:06:24.425" v="1800" actId="22"/>
        <pc:sldMkLst>
          <pc:docMk/>
          <pc:sldMk cId="2005860028" sldId="346"/>
        </pc:sldMkLst>
        <pc:spChg chg="mod">
          <ac:chgData name="Harry Alexander Chandler Carey" userId="a5921fd0-d308-41d6-8c9c-7f73dc344b08" providerId="ADAL" clId="{88B4D1CF-7833-4C88-BAA6-807447E96143}" dt="2024-12-11T04:05:18.257" v="1794" actId="20577"/>
          <ac:spMkLst>
            <pc:docMk/>
            <pc:sldMk cId="2005860028" sldId="346"/>
            <ac:spMk id="2" creationId="{A1366700-808D-73AC-920E-C82622B2F789}"/>
          </ac:spMkLst>
        </pc:spChg>
        <pc:spChg chg="del">
          <ac:chgData name="Harry Alexander Chandler Carey" userId="a5921fd0-d308-41d6-8c9c-7f73dc344b08" providerId="ADAL" clId="{88B4D1CF-7833-4C88-BAA6-807447E96143}" dt="2024-12-11T04:06:15.238" v="1795" actId="478"/>
          <ac:spMkLst>
            <pc:docMk/>
            <pc:sldMk cId="2005860028" sldId="346"/>
            <ac:spMk id="3" creationId="{542DF90C-210B-85A5-F08A-ABBA5189B986}"/>
          </ac:spMkLst>
        </pc:spChg>
        <pc:picChg chg="add mod">
          <ac:chgData name="Harry Alexander Chandler Carey" userId="a5921fd0-d308-41d6-8c9c-7f73dc344b08" providerId="ADAL" clId="{88B4D1CF-7833-4C88-BAA6-807447E96143}" dt="2024-12-11T04:06:20.197" v="1798" actId="14100"/>
          <ac:picMkLst>
            <pc:docMk/>
            <pc:sldMk cId="2005860028" sldId="346"/>
            <ac:picMk id="5" creationId="{209E76A7-FA89-D6BA-06D5-F2B4ECB6CB10}"/>
          </ac:picMkLst>
        </pc:picChg>
        <pc:picChg chg="add del">
          <ac:chgData name="Harry Alexander Chandler Carey" userId="a5921fd0-d308-41d6-8c9c-7f73dc344b08" providerId="ADAL" clId="{88B4D1CF-7833-4C88-BAA6-807447E96143}" dt="2024-12-11T04:06:24.425" v="1800" actId="22"/>
          <ac:picMkLst>
            <pc:docMk/>
            <pc:sldMk cId="2005860028" sldId="346"/>
            <ac:picMk id="7" creationId="{0081D295-4771-88B9-E3CE-8692A772B46E}"/>
          </ac:picMkLst>
        </pc:picChg>
      </pc:sldChg>
      <pc:sldChg chg="addSp delSp modSp add mod">
        <pc:chgData name="Harry Alexander Chandler Carey" userId="a5921fd0-d308-41d6-8c9c-7f73dc344b08" providerId="ADAL" clId="{88B4D1CF-7833-4C88-BAA6-807447E96143}" dt="2024-12-11T04:07:42.195" v="1806" actId="1076"/>
        <pc:sldMkLst>
          <pc:docMk/>
          <pc:sldMk cId="85789842" sldId="347"/>
        </pc:sldMkLst>
        <pc:picChg chg="add mod">
          <ac:chgData name="Harry Alexander Chandler Carey" userId="a5921fd0-d308-41d6-8c9c-7f73dc344b08" providerId="ADAL" clId="{88B4D1CF-7833-4C88-BAA6-807447E96143}" dt="2024-12-11T04:07:42.195" v="1806" actId="1076"/>
          <ac:picMkLst>
            <pc:docMk/>
            <pc:sldMk cId="85789842" sldId="347"/>
            <ac:picMk id="4" creationId="{E963B17C-0E99-54D6-DA27-AF3983DEA6D3}"/>
          </ac:picMkLst>
        </pc:picChg>
        <pc:picChg chg="del">
          <ac:chgData name="Harry Alexander Chandler Carey" userId="a5921fd0-d308-41d6-8c9c-7f73dc344b08" providerId="ADAL" clId="{88B4D1CF-7833-4C88-BAA6-807447E96143}" dt="2024-12-11T04:07:32.060" v="1802" actId="478"/>
          <ac:picMkLst>
            <pc:docMk/>
            <pc:sldMk cId="85789842" sldId="347"/>
            <ac:picMk id="5" creationId="{209E76A7-FA89-D6BA-06D5-F2B4ECB6CB10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1T04:08:06.213" v="1896" actId="20577"/>
        <pc:sldMkLst>
          <pc:docMk/>
          <pc:sldMk cId="1432941025" sldId="348"/>
        </pc:sldMkLst>
        <pc:spChg chg="mod">
          <ac:chgData name="Harry Alexander Chandler Carey" userId="a5921fd0-d308-41d6-8c9c-7f73dc344b08" providerId="ADAL" clId="{88B4D1CF-7833-4C88-BAA6-807447E96143}" dt="2024-12-11T04:07:51.651" v="1842" actId="20577"/>
          <ac:spMkLst>
            <pc:docMk/>
            <pc:sldMk cId="1432941025" sldId="348"/>
            <ac:spMk id="2" creationId="{D36B0326-0FA8-F9CF-C39C-C450346BE584}"/>
          </ac:spMkLst>
        </pc:spChg>
        <pc:spChg chg="mod">
          <ac:chgData name="Harry Alexander Chandler Carey" userId="a5921fd0-d308-41d6-8c9c-7f73dc344b08" providerId="ADAL" clId="{88B4D1CF-7833-4C88-BAA6-807447E96143}" dt="2024-12-11T04:08:06.213" v="1896" actId="20577"/>
          <ac:spMkLst>
            <pc:docMk/>
            <pc:sldMk cId="1432941025" sldId="348"/>
            <ac:spMk id="3" creationId="{41227266-D272-6000-6FFD-607DCD5D94A2}"/>
          </ac:spMkLst>
        </pc:spChg>
      </pc:sldChg>
      <pc:sldChg chg="addSp delSp modSp add mod">
        <pc:chgData name="Harry Alexander Chandler Carey" userId="a5921fd0-d308-41d6-8c9c-7f73dc344b08" providerId="ADAL" clId="{88B4D1CF-7833-4C88-BAA6-807447E96143}" dt="2024-12-11T04:11:27.767" v="1950" actId="1076"/>
        <pc:sldMkLst>
          <pc:docMk/>
          <pc:sldMk cId="3966536988" sldId="349"/>
        </pc:sldMkLst>
        <pc:spChg chg="mod">
          <ac:chgData name="Harry Alexander Chandler Carey" userId="a5921fd0-d308-41d6-8c9c-7f73dc344b08" providerId="ADAL" clId="{88B4D1CF-7833-4C88-BAA6-807447E96143}" dt="2024-12-11T04:10:47.554" v="1945" actId="20577"/>
          <ac:spMkLst>
            <pc:docMk/>
            <pc:sldMk cId="3966536988" sldId="349"/>
            <ac:spMk id="3" creationId="{255B28B3-AC0B-9230-2B98-DAA5F5EF6595}"/>
          </ac:spMkLst>
        </pc:spChg>
        <pc:picChg chg="del">
          <ac:chgData name="Harry Alexander Chandler Carey" userId="a5921fd0-d308-41d6-8c9c-7f73dc344b08" providerId="ADAL" clId="{88B4D1CF-7833-4C88-BAA6-807447E96143}" dt="2024-12-11T04:10:49.188" v="1946" actId="478"/>
          <ac:picMkLst>
            <pc:docMk/>
            <pc:sldMk cId="3966536988" sldId="349"/>
            <ac:picMk id="5" creationId="{48C6FF4E-A9AC-51EB-C065-8E38AD391DC8}"/>
          </ac:picMkLst>
        </pc:picChg>
        <pc:picChg chg="add mod">
          <ac:chgData name="Harry Alexander Chandler Carey" userId="a5921fd0-d308-41d6-8c9c-7f73dc344b08" providerId="ADAL" clId="{88B4D1CF-7833-4C88-BAA6-807447E96143}" dt="2024-12-11T04:11:27.767" v="1950" actId="1076"/>
          <ac:picMkLst>
            <pc:docMk/>
            <pc:sldMk cId="3966536988" sldId="349"/>
            <ac:picMk id="6" creationId="{9275BAB4-2C2D-0A39-C9F6-C06096A93B43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2T00:24:21.312" v="3342" actId="20577"/>
        <pc:sldMkLst>
          <pc:docMk/>
          <pc:sldMk cId="83598415" sldId="350"/>
        </pc:sldMkLst>
        <pc:spChg chg="mod">
          <ac:chgData name="Harry Alexander Chandler Carey" userId="a5921fd0-d308-41d6-8c9c-7f73dc344b08" providerId="ADAL" clId="{88B4D1CF-7833-4C88-BAA6-807447E96143}" dt="2024-12-12T00:24:21.312" v="3342" actId="20577"/>
          <ac:spMkLst>
            <pc:docMk/>
            <pc:sldMk cId="83598415" sldId="350"/>
            <ac:spMk id="2" creationId="{C932EC27-AE2D-31C6-3DB7-320DB2C8CB5A}"/>
          </ac:spMkLst>
        </pc:spChg>
        <pc:spChg chg="mod">
          <ac:chgData name="Harry Alexander Chandler Carey" userId="a5921fd0-d308-41d6-8c9c-7f73dc344b08" providerId="ADAL" clId="{88B4D1CF-7833-4C88-BAA6-807447E96143}" dt="2024-12-11T04:25:52.450" v="2123" actId="20577"/>
          <ac:spMkLst>
            <pc:docMk/>
            <pc:sldMk cId="83598415" sldId="350"/>
            <ac:spMk id="3" creationId="{EB57F61D-9891-9511-02F9-5EB8B454D11D}"/>
          </ac:spMkLst>
        </pc:spChg>
      </pc:sldChg>
      <pc:sldChg chg="add ord">
        <pc:chgData name="Harry Alexander Chandler Carey" userId="a5921fd0-d308-41d6-8c9c-7f73dc344b08" providerId="ADAL" clId="{88B4D1CF-7833-4C88-BAA6-807447E96143}" dt="2024-12-11T04:26:23.041" v="2129"/>
        <pc:sldMkLst>
          <pc:docMk/>
          <pc:sldMk cId="1926883947" sldId="351"/>
        </pc:sldMkLst>
      </pc:sldChg>
      <pc:sldChg chg="delSp modSp new mod">
        <pc:chgData name="Harry Alexander Chandler Carey" userId="a5921fd0-d308-41d6-8c9c-7f73dc344b08" providerId="ADAL" clId="{88B4D1CF-7833-4C88-BAA6-807447E96143}" dt="2024-12-11T04:28:24.864" v="2163" actId="20577"/>
        <pc:sldMkLst>
          <pc:docMk/>
          <pc:sldMk cId="2745531689" sldId="352"/>
        </pc:sldMkLst>
        <pc:spChg chg="mod">
          <ac:chgData name="Harry Alexander Chandler Carey" userId="a5921fd0-d308-41d6-8c9c-7f73dc344b08" providerId="ADAL" clId="{88B4D1CF-7833-4C88-BAA6-807447E96143}" dt="2024-12-11T04:28:24.864" v="2163" actId="20577"/>
          <ac:spMkLst>
            <pc:docMk/>
            <pc:sldMk cId="2745531689" sldId="352"/>
            <ac:spMk id="2" creationId="{C9CEE4C0-4BF4-C934-46D2-4880394D5DAE}"/>
          </ac:spMkLst>
        </pc:spChg>
        <pc:spChg chg="del">
          <ac:chgData name="Harry Alexander Chandler Carey" userId="a5921fd0-d308-41d6-8c9c-7f73dc344b08" providerId="ADAL" clId="{88B4D1CF-7833-4C88-BAA6-807447E96143}" dt="2024-12-11T04:28:20.306" v="2160" actId="478"/>
          <ac:spMkLst>
            <pc:docMk/>
            <pc:sldMk cId="2745531689" sldId="352"/>
            <ac:spMk id="3" creationId="{5DF1B90F-C8D2-DE04-E85D-A023C96E1480}"/>
          </ac:spMkLst>
        </pc:spChg>
      </pc:sldChg>
      <pc:sldChg chg="modSp new mod">
        <pc:chgData name="Harry Alexander Chandler Carey" userId="a5921fd0-d308-41d6-8c9c-7f73dc344b08" providerId="ADAL" clId="{88B4D1CF-7833-4C88-BAA6-807447E96143}" dt="2024-12-11T04:44:43.947" v="2390" actId="20577"/>
        <pc:sldMkLst>
          <pc:docMk/>
          <pc:sldMk cId="4206336921" sldId="353"/>
        </pc:sldMkLst>
        <pc:spChg chg="mod">
          <ac:chgData name="Harry Alexander Chandler Carey" userId="a5921fd0-d308-41d6-8c9c-7f73dc344b08" providerId="ADAL" clId="{88B4D1CF-7833-4C88-BAA6-807447E96143}" dt="2024-12-11T04:43:58.747" v="2183" actId="20577"/>
          <ac:spMkLst>
            <pc:docMk/>
            <pc:sldMk cId="4206336921" sldId="353"/>
            <ac:spMk id="2" creationId="{4BE455BB-F88B-FE7D-78A7-0BBACC5E1570}"/>
          </ac:spMkLst>
        </pc:spChg>
        <pc:spChg chg="mod">
          <ac:chgData name="Harry Alexander Chandler Carey" userId="a5921fd0-d308-41d6-8c9c-7f73dc344b08" providerId="ADAL" clId="{88B4D1CF-7833-4C88-BAA6-807447E96143}" dt="2024-12-11T04:44:43.947" v="2390" actId="20577"/>
          <ac:spMkLst>
            <pc:docMk/>
            <pc:sldMk cId="4206336921" sldId="353"/>
            <ac:spMk id="3" creationId="{71CF001F-5613-D162-C0BB-C1C794F38517}"/>
          </ac:spMkLst>
        </pc:spChg>
      </pc:sldChg>
      <pc:sldChg chg="addSp delSp modSp new mod">
        <pc:chgData name="Harry Alexander Chandler Carey" userId="a5921fd0-d308-41d6-8c9c-7f73dc344b08" providerId="ADAL" clId="{88B4D1CF-7833-4C88-BAA6-807447E96143}" dt="2024-12-11T04:47:48.955" v="2432" actId="1076"/>
        <pc:sldMkLst>
          <pc:docMk/>
          <pc:sldMk cId="3536323052" sldId="354"/>
        </pc:sldMkLst>
        <pc:spChg chg="mod">
          <ac:chgData name="Harry Alexander Chandler Carey" userId="a5921fd0-d308-41d6-8c9c-7f73dc344b08" providerId="ADAL" clId="{88B4D1CF-7833-4C88-BAA6-807447E96143}" dt="2024-12-11T04:46:47.392" v="2407" actId="20577"/>
          <ac:spMkLst>
            <pc:docMk/>
            <pc:sldMk cId="3536323052" sldId="354"/>
            <ac:spMk id="2" creationId="{3345EEFD-6F26-ADED-9C4D-2C3DB4244A16}"/>
          </ac:spMkLst>
        </pc:spChg>
        <pc:spChg chg="del">
          <ac:chgData name="Harry Alexander Chandler Carey" userId="a5921fd0-d308-41d6-8c9c-7f73dc344b08" providerId="ADAL" clId="{88B4D1CF-7833-4C88-BAA6-807447E96143}" dt="2024-12-11T04:46:49.846" v="2408" actId="478"/>
          <ac:spMkLst>
            <pc:docMk/>
            <pc:sldMk cId="3536323052" sldId="354"/>
            <ac:spMk id="3" creationId="{7EAB7146-7591-FA9E-EC5E-A7D26A4B02CB}"/>
          </ac:spMkLst>
        </pc:spChg>
        <pc:picChg chg="add del mod">
          <ac:chgData name="Harry Alexander Chandler Carey" userId="a5921fd0-d308-41d6-8c9c-7f73dc344b08" providerId="ADAL" clId="{88B4D1CF-7833-4C88-BAA6-807447E96143}" dt="2024-12-11T04:47:43.068" v="2428" actId="478"/>
          <ac:picMkLst>
            <pc:docMk/>
            <pc:sldMk cId="3536323052" sldId="354"/>
            <ac:picMk id="5" creationId="{495AB8E6-D49E-C416-448C-5BEBFB6741FA}"/>
          </ac:picMkLst>
        </pc:picChg>
        <pc:picChg chg="add mod">
          <ac:chgData name="Harry Alexander Chandler Carey" userId="a5921fd0-d308-41d6-8c9c-7f73dc344b08" providerId="ADAL" clId="{88B4D1CF-7833-4C88-BAA6-807447E96143}" dt="2024-12-11T04:47:48.955" v="2432" actId="1076"/>
          <ac:picMkLst>
            <pc:docMk/>
            <pc:sldMk cId="3536323052" sldId="354"/>
            <ac:picMk id="7" creationId="{7BA612E9-4A86-9386-7AC9-47D62663969E}"/>
          </ac:picMkLst>
        </pc:picChg>
      </pc:sldChg>
      <pc:sldChg chg="addSp delSp modSp new mod">
        <pc:chgData name="Harry Alexander Chandler Carey" userId="a5921fd0-d308-41d6-8c9c-7f73dc344b08" providerId="ADAL" clId="{88B4D1CF-7833-4C88-BAA6-807447E96143}" dt="2024-12-11T04:48:26.200" v="2437" actId="1076"/>
        <pc:sldMkLst>
          <pc:docMk/>
          <pc:sldMk cId="1433483368" sldId="355"/>
        </pc:sldMkLst>
        <pc:spChg chg="mod">
          <ac:chgData name="Harry Alexander Chandler Carey" userId="a5921fd0-d308-41d6-8c9c-7f73dc344b08" providerId="ADAL" clId="{88B4D1CF-7833-4C88-BAA6-807447E96143}" dt="2024-12-11T04:47:02.978" v="2427" actId="20577"/>
          <ac:spMkLst>
            <pc:docMk/>
            <pc:sldMk cId="1433483368" sldId="355"/>
            <ac:spMk id="2" creationId="{60E49281-29CF-416A-16AC-29FF314B3729}"/>
          </ac:spMkLst>
        </pc:spChg>
        <pc:spChg chg="del">
          <ac:chgData name="Harry Alexander Chandler Carey" userId="a5921fd0-d308-41d6-8c9c-7f73dc344b08" providerId="ADAL" clId="{88B4D1CF-7833-4C88-BAA6-807447E96143}" dt="2024-12-11T04:48:20.667" v="2433" actId="478"/>
          <ac:spMkLst>
            <pc:docMk/>
            <pc:sldMk cId="1433483368" sldId="355"/>
            <ac:spMk id="3" creationId="{9D9E594F-3A66-E8B6-8F1F-580342AA9EA6}"/>
          </ac:spMkLst>
        </pc:spChg>
        <pc:picChg chg="add mod">
          <ac:chgData name="Harry Alexander Chandler Carey" userId="a5921fd0-d308-41d6-8c9c-7f73dc344b08" providerId="ADAL" clId="{88B4D1CF-7833-4C88-BAA6-807447E96143}" dt="2024-12-11T04:48:26.200" v="2437" actId="1076"/>
          <ac:picMkLst>
            <pc:docMk/>
            <pc:sldMk cId="1433483368" sldId="355"/>
            <ac:picMk id="5" creationId="{B6BD3E94-B912-C544-C3D8-5F2ED96E451A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1T04:49:31.869" v="2619" actId="20577"/>
        <pc:sldMkLst>
          <pc:docMk/>
          <pc:sldMk cId="1530102387" sldId="356"/>
        </pc:sldMkLst>
        <pc:spChg chg="mod">
          <ac:chgData name="Harry Alexander Chandler Carey" userId="a5921fd0-d308-41d6-8c9c-7f73dc344b08" providerId="ADAL" clId="{88B4D1CF-7833-4C88-BAA6-807447E96143}" dt="2024-12-11T04:48:39.998" v="2503" actId="20577"/>
          <ac:spMkLst>
            <pc:docMk/>
            <pc:sldMk cId="1530102387" sldId="356"/>
            <ac:spMk id="2" creationId="{2A8FAF94-E980-5447-DFA2-A6480D520D6B}"/>
          </ac:spMkLst>
        </pc:spChg>
        <pc:spChg chg="mod">
          <ac:chgData name="Harry Alexander Chandler Carey" userId="a5921fd0-d308-41d6-8c9c-7f73dc344b08" providerId="ADAL" clId="{88B4D1CF-7833-4C88-BAA6-807447E96143}" dt="2024-12-11T04:49:31.869" v="2619" actId="20577"/>
          <ac:spMkLst>
            <pc:docMk/>
            <pc:sldMk cId="1530102387" sldId="356"/>
            <ac:spMk id="3" creationId="{96679351-9227-59C2-1568-A6AA36510B2E}"/>
          </ac:spMkLst>
        </pc:spChg>
      </pc:sldChg>
      <pc:sldChg chg="modSp new mod">
        <pc:chgData name="Harry Alexander Chandler Carey" userId="a5921fd0-d308-41d6-8c9c-7f73dc344b08" providerId="ADAL" clId="{88B4D1CF-7833-4C88-BAA6-807447E96143}" dt="2024-12-12T00:24:29.604" v="3344" actId="20577"/>
        <pc:sldMkLst>
          <pc:docMk/>
          <pc:sldMk cId="4268017680" sldId="357"/>
        </pc:sldMkLst>
        <pc:spChg chg="mod">
          <ac:chgData name="Harry Alexander Chandler Carey" userId="a5921fd0-d308-41d6-8c9c-7f73dc344b08" providerId="ADAL" clId="{88B4D1CF-7833-4C88-BAA6-807447E96143}" dt="2024-12-12T00:24:29.604" v="3344" actId="20577"/>
          <ac:spMkLst>
            <pc:docMk/>
            <pc:sldMk cId="4268017680" sldId="357"/>
            <ac:spMk id="2" creationId="{648C46A1-0416-18FB-2EA7-2D0B13D02273}"/>
          </ac:spMkLst>
        </pc:spChg>
        <pc:spChg chg="mod">
          <ac:chgData name="Harry Alexander Chandler Carey" userId="a5921fd0-d308-41d6-8c9c-7f73dc344b08" providerId="ADAL" clId="{88B4D1CF-7833-4C88-BAA6-807447E96143}" dt="2024-12-12T00:06:42.881" v="2695" actId="20577"/>
          <ac:spMkLst>
            <pc:docMk/>
            <pc:sldMk cId="4268017680" sldId="357"/>
            <ac:spMk id="3" creationId="{DC79AE01-4794-8E6E-DF9F-0F458F776AA8}"/>
          </ac:spMkLst>
        </pc:spChg>
      </pc:sldChg>
      <pc:sldChg chg="addSp modSp new mod">
        <pc:chgData name="Harry Alexander Chandler Carey" userId="a5921fd0-d308-41d6-8c9c-7f73dc344b08" providerId="ADAL" clId="{88B4D1CF-7833-4C88-BAA6-807447E96143}" dt="2024-12-12T00:09:57.983" v="2867" actId="1076"/>
        <pc:sldMkLst>
          <pc:docMk/>
          <pc:sldMk cId="2685846308" sldId="358"/>
        </pc:sldMkLst>
        <pc:spChg chg="mod">
          <ac:chgData name="Harry Alexander Chandler Carey" userId="a5921fd0-d308-41d6-8c9c-7f73dc344b08" providerId="ADAL" clId="{88B4D1CF-7833-4C88-BAA6-807447E96143}" dt="2024-12-12T00:06:51.406" v="2718" actId="20577"/>
          <ac:spMkLst>
            <pc:docMk/>
            <pc:sldMk cId="2685846308" sldId="358"/>
            <ac:spMk id="2" creationId="{390060F1-FB44-B474-AB21-17F3C0FE5EAB}"/>
          </ac:spMkLst>
        </pc:spChg>
        <pc:spChg chg="mod">
          <ac:chgData name="Harry Alexander Chandler Carey" userId="a5921fd0-d308-41d6-8c9c-7f73dc344b08" providerId="ADAL" clId="{88B4D1CF-7833-4C88-BAA6-807447E96143}" dt="2024-12-12T00:09:55.427" v="2866" actId="20577"/>
          <ac:spMkLst>
            <pc:docMk/>
            <pc:sldMk cId="2685846308" sldId="358"/>
            <ac:spMk id="3" creationId="{73E003D5-9671-2DA0-ACED-38673E64C873}"/>
          </ac:spMkLst>
        </pc:spChg>
        <pc:picChg chg="add mod">
          <ac:chgData name="Harry Alexander Chandler Carey" userId="a5921fd0-d308-41d6-8c9c-7f73dc344b08" providerId="ADAL" clId="{88B4D1CF-7833-4C88-BAA6-807447E96143}" dt="2024-12-12T00:09:57.983" v="2867" actId="1076"/>
          <ac:picMkLst>
            <pc:docMk/>
            <pc:sldMk cId="2685846308" sldId="358"/>
            <ac:picMk id="5" creationId="{49D8CAE3-36A8-90E4-7506-825D187DCDDA}"/>
          </ac:picMkLst>
        </pc:picChg>
      </pc:sldChg>
      <pc:sldChg chg="modSp new mod ord">
        <pc:chgData name="Harry Alexander Chandler Carey" userId="a5921fd0-d308-41d6-8c9c-7f73dc344b08" providerId="ADAL" clId="{88B4D1CF-7833-4C88-BAA6-807447E96143}" dt="2024-12-12T00:43:23.751" v="3407" actId="20577"/>
        <pc:sldMkLst>
          <pc:docMk/>
          <pc:sldMk cId="3867734724" sldId="359"/>
        </pc:sldMkLst>
        <pc:spChg chg="mod">
          <ac:chgData name="Harry Alexander Chandler Carey" userId="a5921fd0-d308-41d6-8c9c-7f73dc344b08" providerId="ADAL" clId="{88B4D1CF-7833-4C88-BAA6-807447E96143}" dt="2024-12-12T00:43:23.751" v="3407" actId="20577"/>
          <ac:spMkLst>
            <pc:docMk/>
            <pc:sldMk cId="3867734724" sldId="359"/>
            <ac:spMk id="2" creationId="{8FD6EC8A-C969-EB32-ACE3-142DCEF18138}"/>
          </ac:spMkLst>
        </pc:spChg>
        <pc:spChg chg="mod">
          <ac:chgData name="Harry Alexander Chandler Carey" userId="a5921fd0-d308-41d6-8c9c-7f73dc344b08" providerId="ADAL" clId="{88B4D1CF-7833-4C88-BAA6-807447E96143}" dt="2024-12-12T00:30:26.792" v="3403" actId="20577"/>
          <ac:spMkLst>
            <pc:docMk/>
            <pc:sldMk cId="3867734724" sldId="359"/>
            <ac:spMk id="3" creationId="{4B239C4F-86F1-7719-881A-DAB7926D790A}"/>
          </ac:spMkLst>
        </pc:spChg>
      </pc:sldChg>
      <pc:sldChg chg="addSp modSp new mod">
        <pc:chgData name="Harry Alexander Chandler Carey" userId="a5921fd0-d308-41d6-8c9c-7f73dc344b08" providerId="ADAL" clId="{88B4D1CF-7833-4C88-BAA6-807447E96143}" dt="2024-12-12T00:23:18.559" v="3263" actId="20577"/>
        <pc:sldMkLst>
          <pc:docMk/>
          <pc:sldMk cId="3667849983" sldId="360"/>
        </pc:sldMkLst>
        <pc:spChg chg="mod">
          <ac:chgData name="Harry Alexander Chandler Carey" userId="a5921fd0-d308-41d6-8c9c-7f73dc344b08" providerId="ADAL" clId="{88B4D1CF-7833-4C88-BAA6-807447E96143}" dt="2024-12-12T00:19:30.360" v="3079" actId="20577"/>
          <ac:spMkLst>
            <pc:docMk/>
            <pc:sldMk cId="3667849983" sldId="360"/>
            <ac:spMk id="2" creationId="{60821C4F-3EC5-1096-D15E-06BA62C0352A}"/>
          </ac:spMkLst>
        </pc:spChg>
        <pc:spChg chg="mod">
          <ac:chgData name="Harry Alexander Chandler Carey" userId="a5921fd0-d308-41d6-8c9c-7f73dc344b08" providerId="ADAL" clId="{88B4D1CF-7833-4C88-BAA6-807447E96143}" dt="2024-12-12T00:23:18.559" v="3263" actId="20577"/>
          <ac:spMkLst>
            <pc:docMk/>
            <pc:sldMk cId="3667849983" sldId="360"/>
            <ac:spMk id="3" creationId="{8AF3F7BD-514C-B90A-77B7-6CF6A92A8577}"/>
          </ac:spMkLst>
        </pc:spChg>
        <pc:picChg chg="add mod">
          <ac:chgData name="Harry Alexander Chandler Carey" userId="a5921fd0-d308-41d6-8c9c-7f73dc344b08" providerId="ADAL" clId="{88B4D1CF-7833-4C88-BAA6-807447E96143}" dt="2024-12-12T00:23:06.467" v="3261" actId="1037"/>
          <ac:picMkLst>
            <pc:docMk/>
            <pc:sldMk cId="3667849983" sldId="360"/>
            <ac:picMk id="5" creationId="{12FCBD29-C12F-9A4C-501F-01A99C2B7970}"/>
          </ac:picMkLst>
        </pc:picChg>
        <pc:picChg chg="add mod">
          <ac:chgData name="Harry Alexander Chandler Carey" userId="a5921fd0-d308-41d6-8c9c-7f73dc344b08" providerId="ADAL" clId="{88B4D1CF-7833-4C88-BAA6-807447E96143}" dt="2024-12-12T00:23:06.467" v="3261" actId="1037"/>
          <ac:picMkLst>
            <pc:docMk/>
            <pc:sldMk cId="3667849983" sldId="360"/>
            <ac:picMk id="7" creationId="{AFBE7E3A-8D66-DCC4-E333-D5562A0C9C88}"/>
          </ac:picMkLst>
        </pc:picChg>
      </pc:sldChg>
      <pc:sldChg chg="modSp new mod">
        <pc:chgData name="Harry Alexander Chandler Carey" userId="a5921fd0-d308-41d6-8c9c-7f73dc344b08" providerId="ADAL" clId="{88B4D1CF-7833-4C88-BAA6-807447E96143}" dt="2024-12-12T00:24:13.109" v="3340" actId="20577"/>
        <pc:sldMkLst>
          <pc:docMk/>
          <pc:sldMk cId="2490051291" sldId="361"/>
        </pc:sldMkLst>
        <pc:spChg chg="mod">
          <ac:chgData name="Harry Alexander Chandler Carey" userId="a5921fd0-d308-41d6-8c9c-7f73dc344b08" providerId="ADAL" clId="{88B4D1CF-7833-4C88-BAA6-807447E96143}" dt="2024-12-12T00:24:01.288" v="3272" actId="20577"/>
          <ac:spMkLst>
            <pc:docMk/>
            <pc:sldMk cId="2490051291" sldId="361"/>
            <ac:spMk id="2" creationId="{9A5EDB09-6DCA-200A-288E-98BD3ADD1CB7}"/>
          </ac:spMkLst>
        </pc:spChg>
        <pc:spChg chg="mod">
          <ac:chgData name="Harry Alexander Chandler Carey" userId="a5921fd0-d308-41d6-8c9c-7f73dc344b08" providerId="ADAL" clId="{88B4D1CF-7833-4C88-BAA6-807447E96143}" dt="2024-12-12T00:24:13.109" v="3340" actId="20577"/>
          <ac:spMkLst>
            <pc:docMk/>
            <pc:sldMk cId="2490051291" sldId="361"/>
            <ac:spMk id="3" creationId="{E72A89DF-550E-2DA6-B1AD-9C5118FA25E7}"/>
          </ac:spMkLst>
        </pc:spChg>
      </pc:sldChg>
      <pc:sldChg chg="delSp modSp new mod">
        <pc:chgData name="Harry Alexander Chandler Carey" userId="a5921fd0-d308-41d6-8c9c-7f73dc344b08" providerId="ADAL" clId="{88B4D1CF-7833-4C88-BAA6-807447E96143}" dt="2024-12-12T00:49:56.064" v="3494" actId="478"/>
        <pc:sldMkLst>
          <pc:docMk/>
          <pc:sldMk cId="818993943" sldId="362"/>
        </pc:sldMkLst>
        <pc:spChg chg="mod">
          <ac:chgData name="Harry Alexander Chandler Carey" userId="a5921fd0-d308-41d6-8c9c-7f73dc344b08" providerId="ADAL" clId="{88B4D1CF-7833-4C88-BAA6-807447E96143}" dt="2024-12-12T00:49:53.164" v="3493" actId="20577"/>
          <ac:spMkLst>
            <pc:docMk/>
            <pc:sldMk cId="818993943" sldId="362"/>
            <ac:spMk id="2" creationId="{509DDABB-800C-6706-109A-CB91E8168F15}"/>
          </ac:spMkLst>
        </pc:spChg>
        <pc:spChg chg="del">
          <ac:chgData name="Harry Alexander Chandler Carey" userId="a5921fd0-d308-41d6-8c9c-7f73dc344b08" providerId="ADAL" clId="{88B4D1CF-7833-4C88-BAA6-807447E96143}" dt="2024-12-12T00:49:56.064" v="3494" actId="478"/>
          <ac:spMkLst>
            <pc:docMk/>
            <pc:sldMk cId="818993943" sldId="362"/>
            <ac:spMk id="3" creationId="{3EBC948E-8D21-E071-6F5E-5A566CB660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18C0-4AAF-7B0E-73A5-569BA177A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8E5D9-6A7D-9307-9641-D108D7F8B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B7C6-4131-4882-438E-6EA571D6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D02E4-4F3E-60E6-7070-80908B41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AA5BF-C26C-55EF-71EA-89893925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570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2FA3-4A8C-0D6A-B52A-FE31E034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06B6A-B241-50B5-DF3F-AC359F5E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C856-7C94-A6BB-837B-B09CE1011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E1A3F-9BC8-1EF1-DE19-9DD83D1B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FA52-CF5D-95DD-A4C3-F18ABDD0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54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E705-2ECA-708C-C8AE-2D262C62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A79B8-8608-02D7-93F7-957E2433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51635-16EC-877A-C718-78B60E39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08AB-4EA3-96E9-EC46-526F365E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389D-EA80-5502-3A79-C56ADAF3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457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C169-27E2-D617-5658-593E5159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26DF9-E574-1FF4-C106-B3F2EEDC0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6EED0-44E0-BBF6-2D2B-38EB773C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786ED-649B-CCA1-5F2A-32495806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C2F04-DC53-B0AA-967A-513BDBBC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B1B90-8AA9-649D-5D65-B72AC579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24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0CCE-EBC8-1D63-3588-1542A5E8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64E12-AE2A-2097-600D-77F46B299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851F1-BBB5-9F49-7CDB-753CDD30F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6F504-5D17-E132-867C-7293F9941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6FD40-174E-0574-FFC8-B91C9CC1C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363DF-99F7-BD81-8FE3-F1B212A0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04140-C407-2EB1-8F41-A10DAFE5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C1872-5A15-5CE3-9792-D4481F84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873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A5C6-FCF2-C66E-22FC-5C1501D9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33BDE-032C-311B-2539-87F2691D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4B676-AEBA-00EF-01C3-D65696CD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056E4-5BF8-8690-1FC0-1A391C17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25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6AB05-93D9-0731-C2D3-862CDF50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A267B-64AF-B82A-C7AA-11D1D030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C2CE5-6FB0-B161-A2C8-BED95165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05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232F-B616-F139-65C7-DDADC73C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B5786-DF86-8CDE-9580-45031EB6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DC788-DE5C-BCDA-9F50-C78C11DD3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40B93-79CF-51A0-0BA5-047FA32D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C8A05-8ED6-9062-2AD7-50E6FC14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2ADFA-5C32-5515-9F22-3A2B344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047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89F0-D3AE-0076-3C74-7990FD93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E5ED6-7D7C-73C5-88C3-B6021362F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9B410-1DF6-6C0E-9DCF-5B5BFB7D6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61F41-B5D6-1A75-7F34-50A26887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D769C-3D3D-03F6-4BE4-6997B830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14399-E73A-6103-0BD4-70867A34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01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97D7-0A79-7010-8C17-7A4C10FC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EDC1B-1456-CF96-2E60-B5E4B18FE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43C72-290E-071F-DF94-D67E55D6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F9EB8-590F-A0C7-EAB3-F382C943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9A384-3AFB-23FD-0267-A96A532D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6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C910B-65B0-431E-B689-80C2F36AA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2CF5F-9C13-A1AD-46BD-623F3C9AC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5E5FE-029A-2E2F-BFB3-D634934A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315B3-D6FF-368A-58E8-DE03F3F1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994A-217B-E6D8-5AC2-2D5A2C29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8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6C3D6-B827-708C-23ED-A86964D6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3B874-A753-D01D-897E-D00D5DF24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BD94-690F-526B-5F88-D37D3286E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DA883-BFE2-4F5D-B07E-0A02194EBF4F}" type="datetimeFigureOut">
              <a:rPr lang="en-AU" smtClean="0"/>
              <a:t>11/12/2024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1A252-B79F-4BB9-1A91-CDE997C84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D2778-6935-EB6E-79C7-FD90CB8FA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E56F9-84C9-44DD-8329-DCB04305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21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1475-3C1C-1474-730E-891D3FE422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Python club session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667A3-63DD-CBD2-8600-5C0475CAC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Macquarie University</a:t>
            </a:r>
          </a:p>
        </p:txBody>
      </p:sp>
    </p:spTree>
    <p:extLst>
      <p:ext uri="{BB962C8B-B14F-4D97-AF65-F5344CB8AC3E}">
        <p14:creationId xmlns:p14="http://schemas.microsoft.com/office/powerpoint/2010/main" val="115822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2C4B-1AB5-07A8-0D5F-B8774E8A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Recap of previous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EBA3E-78FB-EFB8-934D-64C82AC0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Functions</a:t>
            </a:r>
          </a:p>
          <a:p>
            <a:r>
              <a:rPr lang="en-AU" dirty="0"/>
              <a:t>Arguments</a:t>
            </a:r>
          </a:p>
          <a:p>
            <a:r>
              <a:rPr lang="en-AU" dirty="0"/>
              <a:t>Return values</a:t>
            </a:r>
          </a:p>
          <a:p>
            <a:r>
              <a:rPr lang="en-AU" dirty="0"/>
              <a:t>Default vs positional arguments</a:t>
            </a:r>
          </a:p>
          <a:p>
            <a:r>
              <a:rPr lang="en-AU" dirty="0"/>
              <a:t>Importing functions from a file</a:t>
            </a:r>
          </a:p>
          <a:p>
            <a:r>
              <a:rPr lang="en-AU" dirty="0"/>
              <a:t>Collections</a:t>
            </a:r>
          </a:p>
          <a:p>
            <a:r>
              <a:rPr lang="en-AU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6258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E72F-A3D4-90D3-2DEF-0F742BB3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Commenting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4C547-4DF3-4B1A-8377-116CC9D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programming sometimes we want to annotate our code</a:t>
            </a:r>
          </a:p>
          <a:p>
            <a:r>
              <a:rPr lang="en-AU" dirty="0"/>
              <a:t>This can help us when returning to our code at a later date</a:t>
            </a:r>
          </a:p>
          <a:p>
            <a:r>
              <a:rPr lang="en-AU" dirty="0"/>
              <a:t>This can also help others who may wish to understand what we have done</a:t>
            </a:r>
          </a:p>
          <a:p>
            <a:r>
              <a:rPr lang="en-AU" dirty="0"/>
              <a:t>Comments don’t affect the code</a:t>
            </a:r>
          </a:p>
        </p:txBody>
      </p:sp>
    </p:spTree>
    <p:extLst>
      <p:ext uri="{BB962C8B-B14F-4D97-AF65-F5344CB8AC3E}">
        <p14:creationId xmlns:p14="http://schemas.microsoft.com/office/powerpoint/2010/main" val="73387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8F7E-3D03-507A-5F78-EF7CAB34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Comment a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28B3-AC0B-9230-2B98-DAA5F5EF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python we use the hashtag #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6FF4E-A9AC-51EB-C065-8E38AD39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41" y="2479090"/>
            <a:ext cx="9157076" cy="401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1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8F7E-3D03-507A-5F78-EF7CAB34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Comment a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28B3-AC0B-9230-2B98-DAA5F5EF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 multi line comments we use triple quote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5BAB4-2C2D-0A39-C9F6-C06096A9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77" y="3049817"/>
            <a:ext cx="10334152" cy="301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6DD9-3239-3AE9-A039-13A363F4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3" y="-86937"/>
            <a:ext cx="10515600" cy="1325563"/>
          </a:xfrm>
        </p:spPr>
        <p:txBody>
          <a:bodyPr/>
          <a:lstStyle/>
          <a:p>
            <a:r>
              <a:rPr lang="en-AU" dirty="0"/>
              <a:t>Docstrings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F8A2-EC27-3BB7-4C0A-990E8105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01" y="1111789"/>
            <a:ext cx="10515600" cy="4351338"/>
          </a:xfrm>
        </p:spPr>
        <p:txBody>
          <a:bodyPr/>
          <a:lstStyle/>
          <a:p>
            <a:r>
              <a:rPr lang="en-AU" dirty="0"/>
              <a:t>In the beginning of a function we use triple quotation marks to describe what a function does</a:t>
            </a:r>
          </a:p>
          <a:p>
            <a:r>
              <a:rPr lang="en-AU" dirty="0"/>
              <a:t>We often like to describe what each variable is</a:t>
            </a:r>
          </a:p>
          <a:p>
            <a:r>
              <a:rPr lang="en-AU" dirty="0"/>
              <a:t>We also should describe what is returned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B7449-B2B4-09BA-9704-4B8CFC3B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738" y="3091311"/>
            <a:ext cx="6874807" cy="357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1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BA2-9023-AF08-4D4A-72F0E796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Libraries included in Python</a:t>
            </a:r>
          </a:p>
        </p:txBody>
      </p:sp>
    </p:spTree>
    <p:extLst>
      <p:ext uri="{BB962C8B-B14F-4D97-AF65-F5344CB8AC3E}">
        <p14:creationId xmlns:p14="http://schemas.microsoft.com/office/powerpoint/2010/main" val="56191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80AB-9F8E-28E7-7249-27072504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statistics is a commonly used Python library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B86FF-6F7C-72D7-A421-C3CE8EECF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354" y="2176354"/>
            <a:ext cx="8544895" cy="37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0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0BE2-7AF1-D035-C5C0-C67C107E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5300F-5B0E-6FEC-9F58-0DBC1D854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Print the mean, median, and mode of your list using the statistics library</a:t>
            </a:r>
          </a:p>
        </p:txBody>
      </p:sp>
    </p:spTree>
    <p:extLst>
      <p:ext uri="{BB962C8B-B14F-4D97-AF65-F5344CB8AC3E}">
        <p14:creationId xmlns:p14="http://schemas.microsoft.com/office/powerpoint/2010/main" val="277065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285E-32DB-BAED-E75C-2B83997A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27BB-518F-618D-97F5-A67D54407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</a:t>
            </a:r>
            <a:r>
              <a:rPr lang="en-AU" b="1" dirty="0"/>
              <a:t>math</a:t>
            </a:r>
            <a:r>
              <a:rPr lang="en-AU" dirty="0"/>
              <a:t> library and the </a:t>
            </a:r>
            <a:r>
              <a:rPr lang="en-AU" b="1" dirty="0"/>
              <a:t>sqrt</a:t>
            </a:r>
            <a:r>
              <a:rPr lang="en-AU" dirty="0"/>
              <a:t> function to determine the square root of 9409</a:t>
            </a:r>
          </a:p>
          <a:p>
            <a:r>
              <a:rPr lang="en-AU" dirty="0"/>
              <a:t>Use the </a:t>
            </a:r>
            <a:r>
              <a:rPr lang="en-AU" b="1" dirty="0"/>
              <a:t>random</a:t>
            </a:r>
            <a:r>
              <a:rPr lang="en-AU" dirty="0"/>
              <a:t> library and </a:t>
            </a:r>
            <a:r>
              <a:rPr lang="en-AU" b="1" dirty="0"/>
              <a:t>random</a:t>
            </a:r>
            <a:r>
              <a:rPr lang="en-AU" dirty="0"/>
              <a:t> function to generate a random number between 0 and 1</a:t>
            </a:r>
          </a:p>
          <a:p>
            <a:r>
              <a:rPr lang="en-AU" dirty="0"/>
              <a:t>Use the </a:t>
            </a:r>
            <a:r>
              <a:rPr lang="en-AU" b="1" dirty="0"/>
              <a:t>statistics</a:t>
            </a:r>
            <a:r>
              <a:rPr lang="en-AU" dirty="0"/>
              <a:t> library and the </a:t>
            </a:r>
            <a:r>
              <a:rPr lang="en-AU" b="1" dirty="0"/>
              <a:t>correlation</a:t>
            </a:r>
            <a:r>
              <a:rPr lang="en-AU" dirty="0"/>
              <a:t> function to determine the Pearson correlation between two variables x and y</a:t>
            </a:r>
          </a:p>
        </p:txBody>
      </p:sp>
    </p:spTree>
    <p:extLst>
      <p:ext uri="{BB962C8B-B14F-4D97-AF65-F5344CB8AC3E}">
        <p14:creationId xmlns:p14="http://schemas.microsoft.com/office/powerpoint/2010/main" val="140725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B371-EBFB-35A8-BEA9-E7C38E8F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34201-0977-EAD6-2E02-3D5CEE3F0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glob is a super useful library</a:t>
            </a:r>
          </a:p>
          <a:p>
            <a:r>
              <a:rPr lang="en-AU" dirty="0"/>
              <a:t>Allows you to search a directory with </a:t>
            </a:r>
            <a:r>
              <a:rPr lang="en-AU" dirty="0" err="1"/>
              <a:t>glob.glob</a:t>
            </a:r>
            <a:r>
              <a:rPr lang="en-AU" dirty="0"/>
              <a:t>()</a:t>
            </a:r>
          </a:p>
          <a:p>
            <a:r>
              <a:rPr lang="en-AU" dirty="0"/>
              <a:t>Search string uses asterisk to specify what it should search</a:t>
            </a:r>
          </a:p>
          <a:p>
            <a:r>
              <a:rPr lang="en-AU" dirty="0"/>
              <a:t>Returns all matching files as a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C0770-0587-E8FF-9C5B-CA7B01D3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2" y="4136231"/>
            <a:ext cx="11837507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13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ED21C-E17F-11FF-9BE5-31A24C1F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2" y="2203227"/>
            <a:ext cx="11520996" cy="245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9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7D0D-A707-38D3-0DF2-497D40E6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B2EB-52DF-BB86-3E60-C13ACCD7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List all of a certain file type in a certain folder</a:t>
            </a:r>
          </a:p>
          <a:p>
            <a:r>
              <a:rPr lang="en-AU" dirty="0" err="1"/>
              <a:t>Ie</a:t>
            </a:r>
            <a:r>
              <a:rPr lang="en-AU" dirty="0"/>
              <a:t>; all </a:t>
            </a:r>
            <a:r>
              <a:rPr lang="en-AU" dirty="0" err="1"/>
              <a:t>pngs</a:t>
            </a:r>
            <a:r>
              <a:rPr lang="en-AU" dirty="0"/>
              <a:t> in the pictures folder</a:t>
            </a:r>
          </a:p>
          <a:p>
            <a:r>
              <a:rPr lang="en-AU" dirty="0"/>
              <a:t>Use glob</a:t>
            </a:r>
          </a:p>
        </p:txBody>
      </p:sp>
    </p:spTree>
    <p:extLst>
      <p:ext uri="{BB962C8B-B14F-4D97-AF65-F5344CB8AC3E}">
        <p14:creationId xmlns:p14="http://schemas.microsoft.com/office/powerpoint/2010/main" val="172510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51FE-39F3-9D59-A084-0562F9AA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do I know which functions to use in the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D4C06-8E38-4671-4E0D-CF27B0380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Read the online documentation for that library</a:t>
            </a:r>
          </a:p>
        </p:txBody>
      </p:sp>
    </p:spTree>
    <p:extLst>
      <p:ext uri="{BB962C8B-B14F-4D97-AF65-F5344CB8AC3E}">
        <p14:creationId xmlns:p14="http://schemas.microsoft.com/office/powerpoint/2010/main" val="163223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9A4E-DE02-8103-E3EF-76FF81FD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User created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7BCFF-99A8-F9CF-F00A-70487C63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There are many community created libraries</a:t>
            </a:r>
          </a:p>
          <a:p>
            <a:r>
              <a:rPr lang="en-AU" dirty="0"/>
              <a:t>These can be installed with pip</a:t>
            </a:r>
          </a:p>
          <a:p>
            <a:r>
              <a:rPr lang="en-AU" dirty="0"/>
              <a:t>pip stands for “pip installs packages”</a:t>
            </a:r>
          </a:p>
          <a:p>
            <a:r>
              <a:rPr lang="en-AU" dirty="0"/>
              <a:t>We run pip in the terminal, as “pip install </a:t>
            </a:r>
            <a:r>
              <a:rPr lang="en-AU" dirty="0" err="1"/>
              <a:t>package_name</a:t>
            </a:r>
            <a:r>
              <a:rPr lang="en-AU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277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6058-1549-6ABF-3F31-4C033D36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Popular user created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C2263-A50D-A155-FEDE-0CC4CDE6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Numpy</a:t>
            </a:r>
            <a:r>
              <a:rPr lang="en-AU" dirty="0"/>
              <a:t> – Numerical python</a:t>
            </a:r>
          </a:p>
          <a:p>
            <a:r>
              <a:rPr lang="en-AU" dirty="0"/>
              <a:t>Pandas – Like excel for python</a:t>
            </a:r>
          </a:p>
          <a:p>
            <a:r>
              <a:rPr lang="en-AU" dirty="0"/>
              <a:t>Matplotlib – plotting graphs</a:t>
            </a:r>
          </a:p>
          <a:p>
            <a:r>
              <a:rPr lang="en-AU" dirty="0"/>
              <a:t>Many more!</a:t>
            </a:r>
          </a:p>
        </p:txBody>
      </p:sp>
    </p:spTree>
    <p:extLst>
      <p:ext uri="{BB962C8B-B14F-4D97-AF65-F5344CB8AC3E}">
        <p14:creationId xmlns:p14="http://schemas.microsoft.com/office/powerpoint/2010/main" val="3335470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DE00D-035C-6A35-74E9-E70719CA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57" y="1133061"/>
            <a:ext cx="11584399" cy="397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2D6FA-0750-6C5A-C306-DA945A1B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922" y="2452029"/>
            <a:ext cx="6618957" cy="247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03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6D56-FF2A-ED40-3AA6-86441CC5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3011-7F6C-6F7F-C329-213415227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Allows you to rename a library when you import it. </a:t>
            </a:r>
          </a:p>
          <a:p>
            <a:r>
              <a:rPr lang="en-AU" dirty="0"/>
              <a:t>Common convention is to rename </a:t>
            </a:r>
            <a:r>
              <a:rPr lang="en-AU" dirty="0" err="1"/>
              <a:t>numpy</a:t>
            </a:r>
            <a:r>
              <a:rPr lang="en-AU" dirty="0"/>
              <a:t> to np on import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527B5-C5B8-AA33-2A65-18DAB93D4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547" y="3578086"/>
            <a:ext cx="5484669" cy="18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15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6328-0957-DCB8-C5DE-0CCFCF30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3089-BEB7-D075-C7AF-CB22962D0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pip to install </a:t>
            </a:r>
            <a:r>
              <a:rPr lang="en-AU" dirty="0" err="1"/>
              <a:t>numpy</a:t>
            </a:r>
            <a:endParaRPr lang="en-AU" dirty="0"/>
          </a:p>
          <a:p>
            <a:r>
              <a:rPr lang="en-AU" dirty="0"/>
              <a:t>Use pip to install matplotlib</a:t>
            </a:r>
          </a:p>
          <a:p>
            <a:r>
              <a:rPr lang="en-AU" dirty="0"/>
              <a:t>Use pip to install pandas</a:t>
            </a:r>
          </a:p>
        </p:txBody>
      </p:sp>
    </p:spTree>
    <p:extLst>
      <p:ext uri="{BB962C8B-B14F-4D97-AF65-F5344CB8AC3E}">
        <p14:creationId xmlns:p14="http://schemas.microsoft.com/office/powerpoint/2010/main" val="4293334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0AB7-6089-24C5-5763-8BFF6A62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Numpy</a:t>
            </a:r>
            <a:r>
              <a:rPr lang="en-AU" dirty="0"/>
              <a:t> is useful for operations on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35004-4524-2C8D-FC88-F5042608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An array is a class which is similar to a list</a:t>
            </a:r>
          </a:p>
          <a:p>
            <a:r>
              <a:rPr lang="en-AU" dirty="0"/>
              <a:t>Mathematical operations don’t make much sense on lists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D5FEF-8491-F8AB-E8FA-9A52F6EE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82" y="2934998"/>
            <a:ext cx="7224435" cy="35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15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0AB7-6089-24C5-5763-8BFF6A62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Numpy</a:t>
            </a:r>
            <a:r>
              <a:rPr lang="en-AU" dirty="0"/>
              <a:t> is useful for operations on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35004-4524-2C8D-FC88-F50426080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7329"/>
            <a:ext cx="10515600" cy="4351338"/>
          </a:xfrm>
        </p:spPr>
        <p:txBody>
          <a:bodyPr/>
          <a:lstStyle/>
          <a:p>
            <a:endParaRPr lang="en-AU" dirty="0"/>
          </a:p>
          <a:p>
            <a:r>
              <a:rPr lang="en-AU" dirty="0"/>
              <a:t>Mathematical operations make sense on arrays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219B9-6C89-FE72-8CB4-DE928220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008" y="2737054"/>
            <a:ext cx="7013236" cy="344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53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FD1A-904F-152F-B4A3-FC50CA5B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dirty="0" err="1"/>
              <a:t>numpy</a:t>
            </a:r>
            <a:r>
              <a:rPr lang="en-AU" dirty="0"/>
              <a:t> array is a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E1E83-D56D-F12C-54F4-D66A19E3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28" y="1919287"/>
            <a:ext cx="8649223" cy="422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2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3A9A-6E64-FEED-771F-805F3C93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332AC-AB8A-166E-9840-E3E29F7A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</a:t>
            </a:r>
            <a:r>
              <a:rPr lang="en-AU" dirty="0" err="1"/>
              <a:t>np.max</a:t>
            </a:r>
            <a:r>
              <a:rPr lang="en-AU" dirty="0"/>
              <a:t> function on a list</a:t>
            </a:r>
          </a:p>
          <a:p>
            <a:r>
              <a:rPr lang="en-AU" dirty="0"/>
              <a:t>Describe what it does</a:t>
            </a:r>
          </a:p>
          <a:p>
            <a:r>
              <a:rPr lang="en-AU" dirty="0"/>
              <a:t>Use the </a:t>
            </a:r>
            <a:r>
              <a:rPr lang="en-AU" dirty="0" err="1"/>
              <a:t>np.argmax</a:t>
            </a:r>
            <a:r>
              <a:rPr lang="en-AU" dirty="0"/>
              <a:t> function on a list</a:t>
            </a:r>
          </a:p>
          <a:p>
            <a:r>
              <a:rPr lang="en-AU" dirty="0"/>
              <a:t>Describe what it does</a:t>
            </a:r>
          </a:p>
        </p:txBody>
      </p:sp>
    </p:spTree>
    <p:extLst>
      <p:ext uri="{BB962C8B-B14F-4D97-AF65-F5344CB8AC3E}">
        <p14:creationId xmlns:p14="http://schemas.microsoft.com/office/powerpoint/2010/main" val="488103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9FB5-A824-493C-D35F-F3DB1DB2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BEBA-D6F0-BA8F-BEBC-98F22C04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for</a:t>
            </a:r>
            <a:r>
              <a:rPr lang="en-AU" dirty="0"/>
              <a:t> </a:t>
            </a:r>
            <a:r>
              <a:rPr lang="en-AU" b="1" dirty="0"/>
              <a:t>loop</a:t>
            </a:r>
            <a:r>
              <a:rPr lang="en-AU" dirty="0"/>
              <a:t> is used for iterating through a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126CB-BE7F-5C2F-9525-0B39B2F8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36" y="2558731"/>
            <a:ext cx="6484338" cy="39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40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9FB5-A824-493C-D35F-F3DB1DB2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BEBA-D6F0-BA8F-BEBC-98F22C04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AU" dirty="0"/>
              <a:t>We indent everything inside the loop</a:t>
            </a:r>
          </a:p>
          <a:p>
            <a:r>
              <a:rPr lang="en-AU" dirty="0"/>
              <a:t>We end the loop by unindenting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126CB-BE7F-5C2F-9525-0B39B2F8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36" y="2558731"/>
            <a:ext cx="6484338" cy="39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8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FC48-BFEA-196B-7D14-4734C1EB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4B73-5F06-A029-7467-83CEA8917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Try to iterate through a list using a for loop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501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9FB5-A824-493C-D35F-F3DB1DB2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BEBA-D6F0-BA8F-BEBC-98F22C04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AU" dirty="0"/>
              <a:t>We can do as much as we would like inside the 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69262A-202B-5738-C223-6113E6683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846" y="2385463"/>
            <a:ext cx="7266819" cy="396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26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9287-12CF-88F8-C26A-5D9C2807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4260-C497-AC40-2DAD-52D5EE38B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we unindent code is no longer inside the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5AA21-AB06-E72F-4F5D-5F83FBF8D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774" y="2587586"/>
            <a:ext cx="7181484" cy="372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12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097F-EA7F-D869-10D5-2C84419D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A675-E1A1-8DBD-C645-15442AA76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python we can compare different variables</a:t>
            </a:r>
          </a:p>
          <a:p>
            <a:r>
              <a:rPr lang="en-AU" dirty="0"/>
              <a:t>We should only do this with numbers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EB6C4-78D0-EA00-2CFA-016014FC7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526" y="3050349"/>
            <a:ext cx="5846765" cy="312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63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6868-AB3A-9189-A1D8-4FCDFC38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Comparison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C8812-5AC6-491A-B6C2-D88EDFBE1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Less than &lt;</a:t>
            </a:r>
          </a:p>
          <a:p>
            <a:r>
              <a:rPr lang="en-AU" dirty="0"/>
              <a:t>Greater than &gt; </a:t>
            </a:r>
          </a:p>
          <a:p>
            <a:r>
              <a:rPr lang="en-AU" dirty="0"/>
              <a:t>Is equal to ==</a:t>
            </a:r>
          </a:p>
          <a:p>
            <a:r>
              <a:rPr lang="en-AU" dirty="0"/>
              <a:t>Not equal to !=</a:t>
            </a:r>
          </a:p>
        </p:txBody>
      </p:sp>
    </p:spTree>
    <p:extLst>
      <p:ext uri="{BB962C8B-B14F-4D97-AF65-F5344CB8AC3E}">
        <p14:creationId xmlns:p14="http://schemas.microsoft.com/office/powerpoint/2010/main" val="2938993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1C85-27E1-5448-7A10-D8EBDC6C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 than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757B1-9660-2710-AEB7-A9291539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12" y="2336670"/>
            <a:ext cx="5846765" cy="312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09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1C85-27E1-5448-7A10-D8EBDC6C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Greater than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16262-37E3-1276-124D-5F792070C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91" y="2217913"/>
            <a:ext cx="7264375" cy="34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11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EE3-3B48-08B1-7B6B-32B972E0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equal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1D8B1-23DE-5D9F-8BAA-9F3FAA51F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424" y="1910632"/>
            <a:ext cx="7204351" cy="39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44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886B-B1D7-7DDE-CEB9-A20E9AFE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These comparisons result in a Boolean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82CD8-51F0-D177-AE19-C4DCD0AED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True or False</a:t>
            </a:r>
          </a:p>
        </p:txBody>
      </p:sp>
    </p:spTree>
    <p:extLst>
      <p:ext uri="{BB962C8B-B14F-4D97-AF65-F5344CB8AC3E}">
        <p14:creationId xmlns:p14="http://schemas.microsoft.com/office/powerpoint/2010/main" val="2716090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2125-57FD-D5FE-CEE7-55D75113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not equal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BBF9A-6AA9-7ED0-E111-8D6E5CC7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80" y="2101599"/>
            <a:ext cx="6533925" cy="380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1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FF6A-2F79-1BF3-123A-99C0AD10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Read the errors, they often make sense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95743-8B5D-84F1-4419-E22DB501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6400"/>
            <a:ext cx="10527783" cy="279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43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F003-2E3C-86AD-AF0A-33A0CBA1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A5410-0FC0-F6ED-A236-36E3F53D9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17"/>
            <a:ext cx="10515600" cy="4351338"/>
          </a:xfrm>
        </p:spPr>
        <p:txBody>
          <a:bodyPr/>
          <a:lstStyle/>
          <a:p>
            <a:r>
              <a:rPr lang="en-AU" dirty="0"/>
              <a:t>If statements take a Boolean value and then run code</a:t>
            </a:r>
          </a:p>
          <a:p>
            <a:r>
              <a:rPr lang="en-AU" dirty="0"/>
              <a:t>If the Boolean is True we run code, if it’s false, we don’t</a:t>
            </a:r>
          </a:p>
          <a:p>
            <a:r>
              <a:rPr lang="en-AU" dirty="0"/>
              <a:t>We use the colon and indent everything inside the if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46CA8-886E-8372-617C-F45E2AB3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462" y="3103881"/>
            <a:ext cx="6120727" cy="338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43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27FC-A8EF-4409-D52D-BD40A4B6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They work really nicely with comparisons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C24F-260E-E9DE-A6F0-4337F1022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27387" cy="43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02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6700-808D-73AC-920E-C82622B2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can combine it with else or </a:t>
            </a:r>
            <a:r>
              <a:rPr lang="en-AU" dirty="0" err="1"/>
              <a:t>elif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E76A7-FA89-D6BA-06D5-F2B4ECB6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54" y="1987109"/>
            <a:ext cx="9023632" cy="408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60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6700-808D-73AC-920E-C82622B2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can combine it with else or </a:t>
            </a:r>
            <a:r>
              <a:rPr lang="en-AU" dirty="0" err="1"/>
              <a:t>elif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3B17C-0E99-54D6-DA27-AF3983DE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3818"/>
            <a:ext cx="10289983" cy="2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9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1C4F-3EC5-1096-D15E-06BA62C0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in </a:t>
            </a:r>
            <a:r>
              <a:rPr lang="en-AU" dirty="0"/>
              <a:t>keyword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3F7BD-514C-B90A-77B7-6CF6A92A8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can ask python if something is in something</a:t>
            </a:r>
          </a:p>
          <a:p>
            <a:r>
              <a:rPr lang="en-AU" dirty="0" err="1"/>
              <a:t>i</a:t>
            </a:r>
            <a:r>
              <a:rPr lang="en-AU" dirty="0"/>
              <a:t> in list, checks for full item in list</a:t>
            </a:r>
          </a:p>
          <a:p>
            <a:r>
              <a:rPr lang="en-AU" dirty="0" err="1"/>
              <a:t>i</a:t>
            </a:r>
            <a:r>
              <a:rPr lang="en-AU" dirty="0"/>
              <a:t> in string, checks for substring in string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CBD29-C12F-9A4C-501F-01A99C2B7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85" y="3429000"/>
            <a:ext cx="5623962" cy="1988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E7E3A-8D66-DCC4-E333-D5562A0C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59" y="3429000"/>
            <a:ext cx="5294794" cy="198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49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DB09-6DCA-200A-288E-98BD3ADD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A89DF-550E-2DA6-B1AD-9C5118FA2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Experiment with the in keyword on your lists and on your strings</a:t>
            </a:r>
          </a:p>
        </p:txBody>
      </p:sp>
    </p:spTree>
    <p:extLst>
      <p:ext uri="{BB962C8B-B14F-4D97-AF65-F5344CB8AC3E}">
        <p14:creationId xmlns:p14="http://schemas.microsoft.com/office/powerpoint/2010/main" val="24900512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0326-0FA8-F9CF-C39C-C450346B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More comparison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27266-D272-6000-6FFD-607DCD5D9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&lt;= less than or equal to</a:t>
            </a:r>
          </a:p>
          <a:p>
            <a:r>
              <a:rPr lang="en-AU" dirty="0"/>
              <a:t>&gt;= greater than or equal to</a:t>
            </a:r>
          </a:p>
        </p:txBody>
      </p:sp>
    </p:spTree>
    <p:extLst>
      <p:ext uri="{BB962C8B-B14F-4D97-AF65-F5344CB8AC3E}">
        <p14:creationId xmlns:p14="http://schemas.microsoft.com/office/powerpoint/2010/main" val="1432941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E868-C01C-9E7E-60C0-8194BBB9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343"/>
            <a:ext cx="10515600" cy="1325563"/>
          </a:xfrm>
        </p:spPr>
        <p:txBody>
          <a:bodyPr/>
          <a:lstStyle/>
          <a:p>
            <a:r>
              <a:rPr lang="en-AU" dirty="0"/>
              <a:t>Control 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CD9424-C9DD-B555-A490-C55741D86106}"/>
              </a:ext>
            </a:extLst>
          </p:cNvPr>
          <p:cNvSpPr/>
          <p:nvPr/>
        </p:nvSpPr>
        <p:spPr>
          <a:xfrm>
            <a:off x="467885" y="2974364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2389CC-7F42-1B1E-BFB7-CE596990FFA1}"/>
              </a:ext>
            </a:extLst>
          </p:cNvPr>
          <p:cNvSpPr/>
          <p:nvPr/>
        </p:nvSpPr>
        <p:spPr>
          <a:xfrm>
            <a:off x="4226514" y="1292114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Japan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597428-1922-2809-F407-FEFAEC032BB9}"/>
              </a:ext>
            </a:extLst>
          </p:cNvPr>
          <p:cNvSpPr/>
          <p:nvPr/>
        </p:nvSpPr>
        <p:spPr>
          <a:xfrm>
            <a:off x="4087813" y="4567857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Tasmania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9A62B2-AB8F-D0C4-001E-8DE2BDD5291B}"/>
              </a:ext>
            </a:extLst>
          </p:cNvPr>
          <p:cNvSpPr/>
          <p:nvPr/>
        </p:nvSpPr>
        <p:spPr>
          <a:xfrm>
            <a:off x="9153863" y="1528276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Skiing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900188-3E77-9CF0-CC6C-C937CF8A3505}"/>
              </a:ext>
            </a:extLst>
          </p:cNvPr>
          <p:cNvSpPr/>
          <p:nvPr/>
        </p:nvSpPr>
        <p:spPr>
          <a:xfrm>
            <a:off x="8827325" y="4567857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Swimming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A5493231-E7B0-D570-2CFF-8E855CB64C0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76072" y="1746750"/>
            <a:ext cx="1750442" cy="16822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B4F8D86-FDF2-8CE6-EFD2-2FCBA7EC5CCF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76072" y="3429000"/>
            <a:ext cx="1611741" cy="15934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A1DEAE4-D2F9-C713-1BCC-38E1B12D6F5F}"/>
              </a:ext>
            </a:extLst>
          </p:cNvPr>
          <p:cNvSpPr/>
          <p:nvPr/>
        </p:nvSpPr>
        <p:spPr>
          <a:xfrm>
            <a:off x="7284377" y="3113070"/>
            <a:ext cx="421200" cy="42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A8C0AC1-1252-4F29-E433-CA8935B38381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6234701" y="1746750"/>
            <a:ext cx="1049676" cy="1576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85480A8E-2582-3DB8-F133-4CF2FEE559E8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 flipV="1">
            <a:off x="6096000" y="3323690"/>
            <a:ext cx="1188377" cy="16988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ADA23CF-F0B4-FCC5-0803-17B1F9586678}"/>
              </a:ext>
            </a:extLst>
          </p:cNvPr>
          <p:cNvCxnSpPr>
            <a:cxnSpLocks/>
            <a:stCxn id="16" idx="6"/>
            <a:endCxn id="9" idx="1"/>
          </p:cNvCxnSpPr>
          <p:nvPr/>
        </p:nvCxnSpPr>
        <p:spPr>
          <a:xfrm>
            <a:off x="7705577" y="3323690"/>
            <a:ext cx="1121748" cy="16988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82083C83-F331-29D0-7824-29B9BC55F367}"/>
              </a:ext>
            </a:extLst>
          </p:cNvPr>
          <p:cNvCxnSpPr>
            <a:cxnSpLocks/>
          </p:cNvCxnSpPr>
          <p:nvPr/>
        </p:nvCxnSpPr>
        <p:spPr>
          <a:xfrm flipV="1">
            <a:off x="7702150" y="1982912"/>
            <a:ext cx="1451713" cy="13407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D61284-C2BE-0D0F-6EED-A069FD22DB24}"/>
              </a:ext>
            </a:extLst>
          </p:cNvPr>
          <p:cNvSpPr txBox="1"/>
          <p:nvPr/>
        </p:nvSpPr>
        <p:spPr>
          <a:xfrm>
            <a:off x="2094717" y="2318230"/>
            <a:ext cx="271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savings more than $2000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4FAAE9-79A2-4980-2862-4A7FDD96914E}"/>
              </a:ext>
            </a:extLst>
          </p:cNvPr>
          <p:cNvSpPr txBox="1"/>
          <p:nvPr/>
        </p:nvSpPr>
        <p:spPr>
          <a:xfrm>
            <a:off x="1958558" y="4083732"/>
            <a:ext cx="298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Else If savings less than $2000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4EFDF2-01E1-22AD-1983-4A1028E8A485}"/>
              </a:ext>
            </a:extLst>
          </p:cNvPr>
          <p:cNvSpPr txBox="1"/>
          <p:nvPr/>
        </p:nvSpPr>
        <p:spPr>
          <a:xfrm>
            <a:off x="7921200" y="2575748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Winter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7BB18C-8C7F-59DF-A08C-280C708F452B}"/>
              </a:ext>
            </a:extLst>
          </p:cNvPr>
          <p:cNvSpPr txBox="1"/>
          <p:nvPr/>
        </p:nvSpPr>
        <p:spPr>
          <a:xfrm>
            <a:off x="7494977" y="3988425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Else if summer</a:t>
            </a:r>
          </a:p>
        </p:txBody>
      </p:sp>
    </p:spTree>
    <p:extLst>
      <p:ext uri="{BB962C8B-B14F-4D97-AF65-F5344CB8AC3E}">
        <p14:creationId xmlns:p14="http://schemas.microsoft.com/office/powerpoint/2010/main" val="2175726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EC27-AE2D-31C6-3DB7-320DB2C8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7F61D-9891-9511-02F9-5EB8B454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the file that I sent you via email</a:t>
            </a:r>
          </a:p>
          <a:p>
            <a:r>
              <a:rPr lang="en-AU" dirty="0"/>
              <a:t>Use comparison operators and if statements to determine which country and which activity we will engage in.</a:t>
            </a:r>
          </a:p>
        </p:txBody>
      </p:sp>
    </p:spTree>
    <p:extLst>
      <p:ext uri="{BB962C8B-B14F-4D97-AF65-F5344CB8AC3E}">
        <p14:creationId xmlns:p14="http://schemas.microsoft.com/office/powerpoint/2010/main" val="83598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E868-C01C-9E7E-60C0-8194BBB9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343"/>
            <a:ext cx="10515600" cy="1325563"/>
          </a:xfrm>
        </p:spPr>
        <p:txBody>
          <a:bodyPr/>
          <a:lstStyle/>
          <a:p>
            <a:r>
              <a:rPr lang="en-AU" dirty="0"/>
              <a:t>Control 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CD9424-C9DD-B555-A490-C55741D86106}"/>
              </a:ext>
            </a:extLst>
          </p:cNvPr>
          <p:cNvSpPr/>
          <p:nvPr/>
        </p:nvSpPr>
        <p:spPr>
          <a:xfrm>
            <a:off x="467885" y="2974364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2389CC-7F42-1B1E-BFB7-CE596990FFA1}"/>
              </a:ext>
            </a:extLst>
          </p:cNvPr>
          <p:cNvSpPr/>
          <p:nvPr/>
        </p:nvSpPr>
        <p:spPr>
          <a:xfrm>
            <a:off x="4226514" y="1292114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Japan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597428-1922-2809-F407-FEFAEC032BB9}"/>
              </a:ext>
            </a:extLst>
          </p:cNvPr>
          <p:cNvSpPr/>
          <p:nvPr/>
        </p:nvSpPr>
        <p:spPr>
          <a:xfrm>
            <a:off x="4087813" y="4567857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Tasmania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9A62B2-AB8F-D0C4-001E-8DE2BDD5291B}"/>
              </a:ext>
            </a:extLst>
          </p:cNvPr>
          <p:cNvSpPr/>
          <p:nvPr/>
        </p:nvSpPr>
        <p:spPr>
          <a:xfrm>
            <a:off x="9153863" y="1528276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Skiing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900188-3E77-9CF0-CC6C-C937CF8A3505}"/>
              </a:ext>
            </a:extLst>
          </p:cNvPr>
          <p:cNvSpPr/>
          <p:nvPr/>
        </p:nvSpPr>
        <p:spPr>
          <a:xfrm>
            <a:off x="8827325" y="4567857"/>
            <a:ext cx="2008187" cy="909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Swimming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A5493231-E7B0-D570-2CFF-8E855CB64C0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76072" y="1746750"/>
            <a:ext cx="1750442" cy="16822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B4F8D86-FDF2-8CE6-EFD2-2FCBA7EC5CCF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76072" y="3429000"/>
            <a:ext cx="1611741" cy="15934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A1DEAE4-D2F9-C713-1BCC-38E1B12D6F5F}"/>
              </a:ext>
            </a:extLst>
          </p:cNvPr>
          <p:cNvSpPr/>
          <p:nvPr/>
        </p:nvSpPr>
        <p:spPr>
          <a:xfrm>
            <a:off x="7284377" y="3113070"/>
            <a:ext cx="421200" cy="42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A8C0AC1-1252-4F29-E433-CA8935B38381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6234701" y="1746750"/>
            <a:ext cx="1049676" cy="1576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85480A8E-2582-3DB8-F133-4CF2FEE559E8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 flipV="1">
            <a:off x="6096000" y="3323690"/>
            <a:ext cx="1188377" cy="16988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ADA23CF-F0B4-FCC5-0803-17B1F9586678}"/>
              </a:ext>
            </a:extLst>
          </p:cNvPr>
          <p:cNvCxnSpPr>
            <a:cxnSpLocks/>
            <a:stCxn id="16" idx="6"/>
            <a:endCxn id="9" idx="1"/>
          </p:cNvCxnSpPr>
          <p:nvPr/>
        </p:nvCxnSpPr>
        <p:spPr>
          <a:xfrm>
            <a:off x="7705577" y="3323690"/>
            <a:ext cx="1121748" cy="16988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82083C83-F331-29D0-7824-29B9BC55F367}"/>
              </a:ext>
            </a:extLst>
          </p:cNvPr>
          <p:cNvCxnSpPr>
            <a:cxnSpLocks/>
          </p:cNvCxnSpPr>
          <p:nvPr/>
        </p:nvCxnSpPr>
        <p:spPr>
          <a:xfrm flipV="1">
            <a:off x="7702150" y="1982912"/>
            <a:ext cx="1451713" cy="13407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D61284-C2BE-0D0F-6EED-A069FD22DB24}"/>
              </a:ext>
            </a:extLst>
          </p:cNvPr>
          <p:cNvSpPr txBox="1"/>
          <p:nvPr/>
        </p:nvSpPr>
        <p:spPr>
          <a:xfrm>
            <a:off x="2094717" y="2318230"/>
            <a:ext cx="271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savings more than $2000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4FAAE9-79A2-4980-2862-4A7FDD96914E}"/>
              </a:ext>
            </a:extLst>
          </p:cNvPr>
          <p:cNvSpPr txBox="1"/>
          <p:nvPr/>
        </p:nvSpPr>
        <p:spPr>
          <a:xfrm>
            <a:off x="1958558" y="4083732"/>
            <a:ext cx="298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Else If savings less than $2000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4EFDF2-01E1-22AD-1983-4A1028E8A485}"/>
              </a:ext>
            </a:extLst>
          </p:cNvPr>
          <p:cNvSpPr txBox="1"/>
          <p:nvPr/>
        </p:nvSpPr>
        <p:spPr>
          <a:xfrm>
            <a:off x="7921200" y="2575748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Winter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7BB18C-8C7F-59DF-A08C-280C708F452B}"/>
              </a:ext>
            </a:extLst>
          </p:cNvPr>
          <p:cNvSpPr txBox="1"/>
          <p:nvPr/>
        </p:nvSpPr>
        <p:spPr>
          <a:xfrm>
            <a:off x="7494977" y="3988425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Else if summer</a:t>
            </a:r>
          </a:p>
        </p:txBody>
      </p:sp>
    </p:spTree>
    <p:extLst>
      <p:ext uri="{BB962C8B-B14F-4D97-AF65-F5344CB8AC3E}">
        <p14:creationId xmlns:p14="http://schemas.microsoft.com/office/powerpoint/2010/main" val="19268839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E4C0-4BF4-C934-46D2-4880394D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guys know 99% of Python!!!</a:t>
            </a:r>
          </a:p>
        </p:txBody>
      </p:sp>
    </p:spTree>
    <p:extLst>
      <p:ext uri="{BB962C8B-B14F-4D97-AF65-F5344CB8AC3E}">
        <p14:creationId xmlns:p14="http://schemas.microsoft.com/office/powerpoint/2010/main" val="2745531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55BB-F88B-FE7D-78A7-0BBACC5E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001F-5613-D162-C0BB-C1C794F3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Classes can be thought of as custom datatypes</a:t>
            </a:r>
          </a:p>
          <a:p>
            <a:r>
              <a:rPr lang="en-AU" dirty="0"/>
              <a:t>Classes and datatypes have methods that can be called on them</a:t>
            </a:r>
          </a:p>
          <a:p>
            <a:r>
              <a:rPr lang="en-AU" dirty="0"/>
              <a:t>These are the same as functions</a:t>
            </a:r>
          </a:p>
          <a:p>
            <a:r>
              <a:rPr lang="en-AU" dirty="0"/>
              <a:t>Methods take the object as an argument implicitly</a:t>
            </a:r>
          </a:p>
        </p:txBody>
      </p:sp>
    </p:spTree>
    <p:extLst>
      <p:ext uri="{BB962C8B-B14F-4D97-AF65-F5344CB8AC3E}">
        <p14:creationId xmlns:p14="http://schemas.microsoft.com/office/powerpoint/2010/main" val="4206336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EEFD-6F26-ADED-9C4D-2C3DB424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Function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612E9-4A86-9386-7AC9-47D62663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27" y="2124881"/>
            <a:ext cx="10610946" cy="337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23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9281-29CF-416A-16AC-29FF314B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Method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D3E94-B912-C544-C3D8-5F2ED96E4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8010"/>
            <a:ext cx="9636706" cy="302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833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DABB-800C-6706-109A-CB91E816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When a function belongs to a class or datatype, it’s a method</a:t>
            </a:r>
          </a:p>
        </p:txBody>
      </p:sp>
    </p:spTree>
    <p:extLst>
      <p:ext uri="{BB962C8B-B14F-4D97-AF65-F5344CB8AC3E}">
        <p14:creationId xmlns:p14="http://schemas.microsoft.com/office/powerpoint/2010/main" val="818993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AF94-E980-5447-DFA2-A6480D52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Different datatypes and classes will have different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79351-9227-59C2-1568-A6AA36510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Strings have methods</a:t>
            </a:r>
          </a:p>
          <a:p>
            <a:r>
              <a:rPr lang="en-AU" dirty="0"/>
              <a:t>Lists have methods</a:t>
            </a:r>
          </a:p>
          <a:p>
            <a:r>
              <a:rPr lang="en-AU" dirty="0" err="1"/>
              <a:t>Numpy</a:t>
            </a:r>
            <a:r>
              <a:rPr lang="en-AU" dirty="0"/>
              <a:t> arrays have methods</a:t>
            </a:r>
          </a:p>
          <a:p>
            <a:r>
              <a:rPr lang="en-AU" dirty="0"/>
              <a:t>Pandas </a:t>
            </a:r>
            <a:r>
              <a:rPr lang="en-AU" dirty="0" err="1"/>
              <a:t>dataframes</a:t>
            </a:r>
            <a:r>
              <a:rPr lang="en-AU" dirty="0"/>
              <a:t> have methods</a:t>
            </a:r>
          </a:p>
        </p:txBody>
      </p:sp>
    </p:spTree>
    <p:extLst>
      <p:ext uri="{BB962C8B-B14F-4D97-AF65-F5344CB8AC3E}">
        <p14:creationId xmlns:p14="http://schemas.microsoft.com/office/powerpoint/2010/main" val="15301023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60F1-FB44-B474-AB21-17F3C0FE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Useful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03D5-9671-2DA0-ACED-38673E64C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List.append</a:t>
            </a:r>
            <a:endParaRPr lang="en-AU" dirty="0"/>
          </a:p>
          <a:p>
            <a:r>
              <a:rPr lang="en-AU" dirty="0"/>
              <a:t>This modifies the list </a:t>
            </a:r>
            <a:r>
              <a:rPr lang="en-AU" b="1" dirty="0"/>
              <a:t>in place </a:t>
            </a:r>
            <a:r>
              <a:rPr lang="en-AU" dirty="0"/>
              <a:t>without requiring you assign the result of append to a variable</a:t>
            </a:r>
            <a:endParaRPr lang="en-AU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8CAE3-36A8-90E4-7506-825D187DC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824" y="2878866"/>
            <a:ext cx="5461644" cy="343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463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46A1-0416-18FB-2EA7-2D0B13D0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AE01-4794-8E6E-DF9F-0F458F77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Explore different string methods</a:t>
            </a:r>
          </a:p>
          <a:p>
            <a:r>
              <a:rPr lang="en-AU" dirty="0"/>
              <a:t>Explore different list methods</a:t>
            </a:r>
          </a:p>
        </p:txBody>
      </p:sp>
    </p:spTree>
    <p:extLst>
      <p:ext uri="{BB962C8B-B14F-4D97-AF65-F5344CB8AC3E}">
        <p14:creationId xmlns:p14="http://schemas.microsoft.com/office/powerpoint/2010/main" val="4268017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8BDD-1EE6-570C-88C7-C7CED5CB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F0AEC-5376-F723-EE36-030847D8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" y="1774289"/>
            <a:ext cx="4780083" cy="4351338"/>
          </a:xfrm>
        </p:spPr>
        <p:txBody>
          <a:bodyPr>
            <a:normAutofit/>
          </a:bodyPr>
          <a:lstStyle/>
          <a:p>
            <a:r>
              <a:rPr lang="en-AU" sz="2000" dirty="0"/>
              <a:t>Start with the code we wrote earlier</a:t>
            </a:r>
          </a:p>
          <a:p>
            <a:r>
              <a:rPr lang="en-AU" sz="2000" dirty="0"/>
              <a:t>Write a function that takes two arguments, the students dictionary and an index </a:t>
            </a:r>
          </a:p>
          <a:p>
            <a:r>
              <a:rPr lang="en-AU" sz="2000" dirty="0"/>
              <a:t>This function should return the values at that index for all keys</a:t>
            </a:r>
          </a:p>
          <a:p>
            <a:r>
              <a:rPr lang="en-AU" sz="2000" dirty="0"/>
              <a:t>Use the </a:t>
            </a:r>
            <a:r>
              <a:rPr lang="en-AU" sz="2000" dirty="0" err="1"/>
              <a:t>numpy</a:t>
            </a:r>
            <a:r>
              <a:rPr lang="en-AU" sz="2000" dirty="0"/>
              <a:t> library to determine the index of the student which has the highest attendance percentage</a:t>
            </a:r>
          </a:p>
          <a:p>
            <a:r>
              <a:rPr lang="en-AU" sz="2000" dirty="0"/>
              <a:t>Pass the index to your function and then print the values it returns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9BFAA-B13B-2275-1C52-AE3A5B25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283" y="1774289"/>
            <a:ext cx="6573717" cy="44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254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EC8A-C969-EB32-ACE3-142DCEF1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39C4F-86F1-7719-881A-DAB7926D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Combine your knowledge of if statements, for loops, the in keyword, and list methods</a:t>
            </a:r>
          </a:p>
          <a:p>
            <a:r>
              <a:rPr lang="en-AU" dirty="0"/>
              <a:t>Complete this code to append all names that include the letter a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773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984</Words>
  <Application>Microsoft Office PowerPoint</Application>
  <PresentationFormat>Widescreen</PresentationFormat>
  <Paragraphs>165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Calibri Light</vt:lpstr>
      <vt:lpstr>Office Theme</vt:lpstr>
      <vt:lpstr>Python club session 3</vt:lpstr>
      <vt:lpstr>Recap of previous lesson</vt:lpstr>
      <vt:lpstr>Commenting</vt:lpstr>
      <vt:lpstr>Comment a line</vt:lpstr>
      <vt:lpstr>Comment a line</vt:lpstr>
      <vt:lpstr>Docstrings</vt:lpstr>
      <vt:lpstr>Libraries included in Python</vt:lpstr>
      <vt:lpstr>statistics is a commonly used Python library</vt:lpstr>
      <vt:lpstr>Task 1</vt:lpstr>
      <vt:lpstr>Task 2</vt:lpstr>
      <vt:lpstr>glob</vt:lpstr>
      <vt:lpstr>PowerPoint Presentation</vt:lpstr>
      <vt:lpstr>Task 3</vt:lpstr>
      <vt:lpstr>How do I know which functions to use in the library</vt:lpstr>
      <vt:lpstr>User created libraries</vt:lpstr>
      <vt:lpstr>Popular user created packages</vt:lpstr>
      <vt:lpstr>PowerPoint Presentation</vt:lpstr>
      <vt:lpstr>As keyword</vt:lpstr>
      <vt:lpstr>Task 4</vt:lpstr>
      <vt:lpstr>Numpy is useful for operations on arrays</vt:lpstr>
      <vt:lpstr>Numpy is useful for operations on arrays</vt:lpstr>
      <vt:lpstr>A numpy array is a class</vt:lpstr>
      <vt:lpstr>Task 5</vt:lpstr>
      <vt:lpstr>For loops</vt:lpstr>
      <vt:lpstr>For loops</vt:lpstr>
      <vt:lpstr>Task 6 </vt:lpstr>
      <vt:lpstr>For loops</vt:lpstr>
      <vt:lpstr>For loops</vt:lpstr>
      <vt:lpstr>Comparisons</vt:lpstr>
      <vt:lpstr>Comparison operators</vt:lpstr>
      <vt:lpstr>Less than</vt:lpstr>
      <vt:lpstr>Greater than</vt:lpstr>
      <vt:lpstr>Is equal to</vt:lpstr>
      <vt:lpstr>These comparisons result in a Boolean value</vt:lpstr>
      <vt:lpstr>Is not equal to</vt:lpstr>
      <vt:lpstr>Read the errors, they often make sense</vt:lpstr>
      <vt:lpstr>If statements</vt:lpstr>
      <vt:lpstr>They work really nicely with comparisons</vt:lpstr>
      <vt:lpstr>We can combine it with else or elif</vt:lpstr>
      <vt:lpstr>We can combine it with else or elif</vt:lpstr>
      <vt:lpstr>in keyword</vt:lpstr>
      <vt:lpstr>Task 7</vt:lpstr>
      <vt:lpstr>More comparison operators</vt:lpstr>
      <vt:lpstr>Control flow</vt:lpstr>
      <vt:lpstr>Task 8</vt:lpstr>
      <vt:lpstr>Control flow</vt:lpstr>
      <vt:lpstr>You guys know 99% of Python!!!</vt:lpstr>
      <vt:lpstr>Classes and methods</vt:lpstr>
      <vt:lpstr>Function Example</vt:lpstr>
      <vt:lpstr>Method example</vt:lpstr>
      <vt:lpstr>When a function belongs to a class or datatype, it’s a method</vt:lpstr>
      <vt:lpstr>Different datatypes and classes will have different methods</vt:lpstr>
      <vt:lpstr>Useful methods</vt:lpstr>
      <vt:lpstr>Task 9</vt:lpstr>
      <vt:lpstr>Assignment 1</vt:lpstr>
      <vt:lpstr>Assignment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club session 3</dc:title>
  <dc:creator>Harry Alexander Chandler Carey</dc:creator>
  <cp:lastModifiedBy>Harry Alexander Chandler Carey</cp:lastModifiedBy>
  <cp:revision>1</cp:revision>
  <dcterms:created xsi:type="dcterms:W3CDTF">2024-12-11T02:58:17Z</dcterms:created>
  <dcterms:modified xsi:type="dcterms:W3CDTF">2024-12-12T00:49:58Z</dcterms:modified>
</cp:coreProperties>
</file>