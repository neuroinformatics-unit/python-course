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68" r:id="rId5"/>
    <p:sldId id="269" r:id="rId6"/>
    <p:sldId id="271" r:id="rId7"/>
    <p:sldId id="270" r:id="rId8"/>
    <p:sldId id="272" r:id="rId9"/>
    <p:sldId id="273" r:id="rId10"/>
    <p:sldId id="274" r:id="rId11"/>
    <p:sldId id="275" r:id="rId12"/>
    <p:sldId id="277" r:id="rId13"/>
    <p:sldId id="278" r:id="rId14"/>
    <p:sldId id="279" r:id="rId15"/>
    <p:sldId id="329" r:id="rId16"/>
    <p:sldId id="331" r:id="rId17"/>
    <p:sldId id="332" r:id="rId18"/>
    <p:sldId id="333" r:id="rId19"/>
    <p:sldId id="334" r:id="rId20"/>
    <p:sldId id="280" r:id="rId21"/>
    <p:sldId id="282" r:id="rId22"/>
    <p:sldId id="281" r:id="rId23"/>
    <p:sldId id="296" r:id="rId24"/>
    <p:sldId id="297" r:id="rId25"/>
    <p:sldId id="298" r:id="rId26"/>
    <p:sldId id="299" r:id="rId27"/>
    <p:sldId id="300" r:id="rId28"/>
    <p:sldId id="301" r:id="rId29"/>
    <p:sldId id="305" r:id="rId30"/>
    <p:sldId id="310" r:id="rId31"/>
    <p:sldId id="283" r:id="rId32"/>
    <p:sldId id="284" r:id="rId33"/>
    <p:sldId id="285" r:id="rId34"/>
    <p:sldId id="286" r:id="rId35"/>
    <p:sldId id="287" r:id="rId36"/>
    <p:sldId id="288" r:id="rId37"/>
    <p:sldId id="303" r:id="rId38"/>
    <p:sldId id="289" r:id="rId39"/>
    <p:sldId id="290" r:id="rId40"/>
    <p:sldId id="326" r:id="rId41"/>
    <p:sldId id="291" r:id="rId42"/>
    <p:sldId id="292" r:id="rId43"/>
    <p:sldId id="293" r:id="rId44"/>
    <p:sldId id="294" r:id="rId45"/>
    <p:sldId id="295" r:id="rId46"/>
    <p:sldId id="304" r:id="rId47"/>
    <p:sldId id="309" r:id="rId48"/>
    <p:sldId id="306" r:id="rId49"/>
    <p:sldId id="307" r:id="rId50"/>
    <p:sldId id="328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79EBF8-FF76-44E1-A254-0B9A5B75A2AF}" v="24" dt="2024-12-10T01:43:20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Alexander Chandler Carey" userId="a5921fd0-d308-41d6-8c9c-7f73dc344b08" providerId="ADAL" clId="{CB79EBF8-FF76-44E1-A254-0B9A5B75A2AF}"/>
    <pc:docChg chg="undo redo custSel addSld delSld modSld sldOrd">
      <pc:chgData name="Harry Alexander Chandler Carey" userId="a5921fd0-d308-41d6-8c9c-7f73dc344b08" providerId="ADAL" clId="{CB79EBF8-FF76-44E1-A254-0B9A5B75A2AF}" dt="2024-12-11T03:13:03.211" v="10597" actId="2696"/>
      <pc:docMkLst>
        <pc:docMk/>
      </pc:docMkLst>
      <pc:sldChg chg="modSp mod">
        <pc:chgData name="Harry Alexander Chandler Carey" userId="a5921fd0-d308-41d6-8c9c-7f73dc344b08" providerId="ADAL" clId="{CB79EBF8-FF76-44E1-A254-0B9A5B75A2AF}" dt="2024-12-09T05:12:33.509" v="1393" actId="20577"/>
        <pc:sldMkLst>
          <pc:docMk/>
          <pc:sldMk cId="2986576169" sldId="257"/>
        </pc:sldMkLst>
        <pc:spChg chg="mod">
          <ac:chgData name="Harry Alexander Chandler Carey" userId="a5921fd0-d308-41d6-8c9c-7f73dc344b08" providerId="ADAL" clId="{CB79EBF8-FF76-44E1-A254-0B9A5B75A2AF}" dt="2024-12-09T05:12:33.509" v="1393" actId="20577"/>
          <ac:spMkLst>
            <pc:docMk/>
            <pc:sldMk cId="2986576169" sldId="257"/>
            <ac:spMk id="3" creationId="{1B90DA4B-514A-BC9D-9A23-A6B8B2787028}"/>
          </ac:spMkLst>
        </pc:spChg>
      </pc:sldChg>
      <pc:sldChg chg="del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883481499" sldId="258"/>
        </pc:sldMkLst>
      </pc:sldChg>
      <pc:sldChg chg="del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2874188867" sldId="259"/>
        </pc:sldMkLst>
      </pc:sldChg>
      <pc:sldChg chg="del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397524273" sldId="260"/>
        </pc:sldMkLst>
      </pc:sldChg>
      <pc:sldChg chg="del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373243811" sldId="261"/>
        </pc:sldMkLst>
      </pc:sldChg>
      <pc:sldChg chg="del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1295548726" sldId="262"/>
        </pc:sldMkLst>
      </pc:sldChg>
      <pc:sldChg chg="modSp del mod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392542693" sldId="263"/>
        </pc:sldMkLst>
        <pc:spChg chg="mod">
          <ac:chgData name="Harry Alexander Chandler Carey" userId="a5921fd0-d308-41d6-8c9c-7f73dc344b08" providerId="ADAL" clId="{CB79EBF8-FF76-44E1-A254-0B9A5B75A2AF}" dt="2024-12-04T05:11:00.439" v="221" actId="20577"/>
          <ac:spMkLst>
            <pc:docMk/>
            <pc:sldMk cId="392542693" sldId="263"/>
            <ac:spMk id="3" creationId="{A5EC2B86-A7A0-8D92-FEAF-D3B16C44F1BF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2562107901" sldId="264"/>
        </pc:sldMkLst>
        <pc:spChg chg="mod">
          <ac:chgData name="Harry Alexander Chandler Carey" userId="a5921fd0-d308-41d6-8c9c-7f73dc344b08" providerId="ADAL" clId="{CB79EBF8-FF76-44E1-A254-0B9A5B75A2AF}" dt="2024-12-04T05:12:01.929" v="229" actId="20577"/>
          <ac:spMkLst>
            <pc:docMk/>
            <pc:sldMk cId="2562107901" sldId="264"/>
            <ac:spMk id="2" creationId="{415E365D-19AA-7280-E509-CF1E2F7ED187}"/>
          </ac:spMkLst>
        </pc:spChg>
        <pc:spChg chg="mod">
          <ac:chgData name="Harry Alexander Chandler Carey" userId="a5921fd0-d308-41d6-8c9c-7f73dc344b08" providerId="ADAL" clId="{CB79EBF8-FF76-44E1-A254-0B9A5B75A2AF}" dt="2024-12-04T05:13:41.682" v="335" actId="20577"/>
          <ac:spMkLst>
            <pc:docMk/>
            <pc:sldMk cId="2562107901" sldId="264"/>
            <ac:spMk id="3" creationId="{1A5540F2-74F8-9D06-3F92-E42B277CF890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1786657376" sldId="265"/>
        </pc:sldMkLst>
        <pc:spChg chg="mod">
          <ac:chgData name="Harry Alexander Chandler Carey" userId="a5921fd0-d308-41d6-8c9c-7f73dc344b08" providerId="ADAL" clId="{CB79EBF8-FF76-44E1-A254-0B9A5B75A2AF}" dt="2024-12-04T05:14:11.643" v="344" actId="20577"/>
          <ac:spMkLst>
            <pc:docMk/>
            <pc:sldMk cId="1786657376" sldId="265"/>
            <ac:spMk id="2" creationId="{10CC9EAA-FB89-7FBF-47D0-3DAA32F1F896}"/>
          </ac:spMkLst>
        </pc:spChg>
        <pc:spChg chg="mod">
          <ac:chgData name="Harry Alexander Chandler Carey" userId="a5921fd0-d308-41d6-8c9c-7f73dc344b08" providerId="ADAL" clId="{CB79EBF8-FF76-44E1-A254-0B9A5B75A2AF}" dt="2024-12-04T05:14:32.628" v="447" actId="20577"/>
          <ac:spMkLst>
            <pc:docMk/>
            <pc:sldMk cId="1786657376" sldId="265"/>
            <ac:spMk id="3" creationId="{D7E5D35B-EC6A-F9A1-2C2A-D458FA1F91B0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3638686082" sldId="266"/>
        </pc:sldMkLst>
        <pc:spChg chg="mod">
          <ac:chgData name="Harry Alexander Chandler Carey" userId="a5921fd0-d308-41d6-8c9c-7f73dc344b08" providerId="ADAL" clId="{CB79EBF8-FF76-44E1-A254-0B9A5B75A2AF}" dt="2024-12-04T05:19:51.207" v="465" actId="20577"/>
          <ac:spMkLst>
            <pc:docMk/>
            <pc:sldMk cId="3638686082" sldId="266"/>
            <ac:spMk id="2" creationId="{4D43DCA8-D6B4-81BD-2F57-F402E9B99033}"/>
          </ac:spMkLst>
        </pc:spChg>
        <pc:spChg chg="mod">
          <ac:chgData name="Harry Alexander Chandler Carey" userId="a5921fd0-d308-41d6-8c9c-7f73dc344b08" providerId="ADAL" clId="{CB79EBF8-FF76-44E1-A254-0B9A5B75A2AF}" dt="2024-12-04T05:20:10.476" v="542" actId="20577"/>
          <ac:spMkLst>
            <pc:docMk/>
            <pc:sldMk cId="3638686082" sldId="266"/>
            <ac:spMk id="3" creationId="{0CCE777D-66DE-183F-8E89-1C00CDB393F9}"/>
          </ac:spMkLst>
        </pc:spChg>
      </pc:sldChg>
      <pc:sldChg chg="addSp delSp modSp new del mod">
        <pc:chgData name="Harry Alexander Chandler Carey" userId="a5921fd0-d308-41d6-8c9c-7f73dc344b08" providerId="ADAL" clId="{CB79EBF8-FF76-44E1-A254-0B9A5B75A2AF}" dt="2024-12-09T05:11:19.682" v="1382" actId="2696"/>
        <pc:sldMkLst>
          <pc:docMk/>
          <pc:sldMk cId="36364905" sldId="267"/>
        </pc:sldMkLst>
        <pc:spChg chg="mod">
          <ac:chgData name="Harry Alexander Chandler Carey" userId="a5921fd0-d308-41d6-8c9c-7f73dc344b08" providerId="ADAL" clId="{CB79EBF8-FF76-44E1-A254-0B9A5B75A2AF}" dt="2024-12-04T05:20:39.420" v="552" actId="20577"/>
          <ac:spMkLst>
            <pc:docMk/>
            <pc:sldMk cId="36364905" sldId="267"/>
            <ac:spMk id="2" creationId="{B5D80E7A-EF47-4E85-234E-2DDD75089294}"/>
          </ac:spMkLst>
        </pc:spChg>
        <pc:spChg chg="del">
          <ac:chgData name="Harry Alexander Chandler Carey" userId="a5921fd0-d308-41d6-8c9c-7f73dc344b08" providerId="ADAL" clId="{CB79EBF8-FF76-44E1-A254-0B9A5B75A2AF}" dt="2024-12-04T05:21:17.076" v="553" actId="478"/>
          <ac:spMkLst>
            <pc:docMk/>
            <pc:sldMk cId="36364905" sldId="267"/>
            <ac:spMk id="3" creationId="{1B83E31A-C73C-0ECF-3122-B139F117F705}"/>
          </ac:spMkLst>
        </pc:spChg>
        <pc:picChg chg="add mod">
          <ac:chgData name="Harry Alexander Chandler Carey" userId="a5921fd0-d308-41d6-8c9c-7f73dc344b08" providerId="ADAL" clId="{CB79EBF8-FF76-44E1-A254-0B9A5B75A2AF}" dt="2024-12-04T05:21:22.917" v="557" actId="1076"/>
          <ac:picMkLst>
            <pc:docMk/>
            <pc:sldMk cId="36364905" sldId="267"/>
            <ac:picMk id="5" creationId="{4383F089-A26E-E3BD-EA2F-329881E97C14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04T05:23:18.939" v="604" actId="20577"/>
        <pc:sldMkLst>
          <pc:docMk/>
          <pc:sldMk cId="2911507617" sldId="268"/>
        </pc:sldMkLst>
        <pc:spChg chg="mod">
          <ac:chgData name="Harry Alexander Chandler Carey" userId="a5921fd0-d308-41d6-8c9c-7f73dc344b08" providerId="ADAL" clId="{CB79EBF8-FF76-44E1-A254-0B9A5B75A2AF}" dt="2024-12-04T05:22:27.428" v="569" actId="20577"/>
          <ac:spMkLst>
            <pc:docMk/>
            <pc:sldMk cId="2911507617" sldId="268"/>
            <ac:spMk id="2" creationId="{6498CF31-CE9C-8EC7-72E1-76D8929FFF22}"/>
          </ac:spMkLst>
        </pc:spChg>
        <pc:spChg chg="mod">
          <ac:chgData name="Harry Alexander Chandler Carey" userId="a5921fd0-d308-41d6-8c9c-7f73dc344b08" providerId="ADAL" clId="{CB79EBF8-FF76-44E1-A254-0B9A5B75A2AF}" dt="2024-12-04T05:23:18.939" v="604" actId="20577"/>
          <ac:spMkLst>
            <pc:docMk/>
            <pc:sldMk cId="2911507617" sldId="268"/>
            <ac:spMk id="3" creationId="{34FAD5F3-B226-90F7-1935-10BACC034643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04T05:23:49.965" v="721" actId="20577"/>
        <pc:sldMkLst>
          <pc:docMk/>
          <pc:sldMk cId="318877609" sldId="269"/>
        </pc:sldMkLst>
        <pc:spChg chg="mod">
          <ac:chgData name="Harry Alexander Chandler Carey" userId="a5921fd0-d308-41d6-8c9c-7f73dc344b08" providerId="ADAL" clId="{CB79EBF8-FF76-44E1-A254-0B9A5B75A2AF}" dt="2024-12-04T05:23:28.242" v="625" actId="20577"/>
          <ac:spMkLst>
            <pc:docMk/>
            <pc:sldMk cId="318877609" sldId="269"/>
            <ac:spMk id="2" creationId="{9AFAB5FA-F3D9-6A4D-ADD6-4761A2E25857}"/>
          </ac:spMkLst>
        </pc:spChg>
        <pc:spChg chg="mod">
          <ac:chgData name="Harry Alexander Chandler Carey" userId="a5921fd0-d308-41d6-8c9c-7f73dc344b08" providerId="ADAL" clId="{CB79EBF8-FF76-44E1-A254-0B9A5B75A2AF}" dt="2024-12-04T05:23:49.965" v="721" actId="20577"/>
          <ac:spMkLst>
            <pc:docMk/>
            <pc:sldMk cId="318877609" sldId="269"/>
            <ac:spMk id="3" creationId="{83E8F555-DB5D-81C2-418D-BE28664A978A}"/>
          </ac:spMkLst>
        </pc:spChg>
      </pc:sldChg>
      <pc:sldChg chg="addSp modSp new mod">
        <pc:chgData name="Harry Alexander Chandler Carey" userId="a5921fd0-d308-41d6-8c9c-7f73dc344b08" providerId="ADAL" clId="{CB79EBF8-FF76-44E1-A254-0B9A5B75A2AF}" dt="2024-12-04T05:27:20.844" v="967" actId="20577"/>
        <pc:sldMkLst>
          <pc:docMk/>
          <pc:sldMk cId="1057741993" sldId="270"/>
        </pc:sldMkLst>
        <pc:spChg chg="mod">
          <ac:chgData name="Harry Alexander Chandler Carey" userId="a5921fd0-d308-41d6-8c9c-7f73dc344b08" providerId="ADAL" clId="{CB79EBF8-FF76-44E1-A254-0B9A5B75A2AF}" dt="2024-12-04T05:25:40.334" v="850" actId="20577"/>
          <ac:spMkLst>
            <pc:docMk/>
            <pc:sldMk cId="1057741993" sldId="270"/>
            <ac:spMk id="2" creationId="{480BF09F-C5DA-4C2B-1673-BC2958C1C99C}"/>
          </ac:spMkLst>
        </pc:spChg>
        <pc:spChg chg="mod">
          <ac:chgData name="Harry Alexander Chandler Carey" userId="a5921fd0-d308-41d6-8c9c-7f73dc344b08" providerId="ADAL" clId="{CB79EBF8-FF76-44E1-A254-0B9A5B75A2AF}" dt="2024-12-04T05:27:20.844" v="967" actId="20577"/>
          <ac:spMkLst>
            <pc:docMk/>
            <pc:sldMk cId="1057741993" sldId="270"/>
            <ac:spMk id="3" creationId="{FCD0B991-D6BD-4B4B-2125-BB34CE2E2611}"/>
          </ac:spMkLst>
        </pc:spChg>
        <pc:picChg chg="add mod">
          <ac:chgData name="Harry Alexander Chandler Carey" userId="a5921fd0-d308-41d6-8c9c-7f73dc344b08" providerId="ADAL" clId="{CB79EBF8-FF76-44E1-A254-0B9A5B75A2AF}" dt="2024-12-04T05:26:24.055" v="884" actId="1076"/>
          <ac:picMkLst>
            <pc:docMk/>
            <pc:sldMk cId="1057741993" sldId="270"/>
            <ac:picMk id="5" creationId="{9B5483AB-01AF-6109-4A8A-E4CBE54DA983}"/>
          </ac:picMkLst>
        </pc:picChg>
      </pc:sldChg>
      <pc:sldChg chg="modSp add mod ord">
        <pc:chgData name="Harry Alexander Chandler Carey" userId="a5921fd0-d308-41d6-8c9c-7f73dc344b08" providerId="ADAL" clId="{CB79EBF8-FF76-44E1-A254-0B9A5B75A2AF}" dt="2024-12-04T05:24:46.077" v="845" actId="20577"/>
        <pc:sldMkLst>
          <pc:docMk/>
          <pc:sldMk cId="3202839360" sldId="271"/>
        </pc:sldMkLst>
        <pc:spChg chg="mod">
          <ac:chgData name="Harry Alexander Chandler Carey" userId="a5921fd0-d308-41d6-8c9c-7f73dc344b08" providerId="ADAL" clId="{CB79EBF8-FF76-44E1-A254-0B9A5B75A2AF}" dt="2024-12-04T05:24:46.077" v="845" actId="20577"/>
          <ac:spMkLst>
            <pc:docMk/>
            <pc:sldMk cId="3202839360" sldId="271"/>
            <ac:spMk id="3" creationId="{34FAD5F3-B226-90F7-1935-10BACC034643}"/>
          </ac:spMkLst>
        </pc:spChg>
      </pc:sldChg>
      <pc:sldChg chg="addSp modSp new mod">
        <pc:chgData name="Harry Alexander Chandler Carey" userId="a5921fd0-d308-41d6-8c9c-7f73dc344b08" providerId="ADAL" clId="{CB79EBF8-FF76-44E1-A254-0B9A5B75A2AF}" dt="2024-12-05T01:34:16.657" v="1294" actId="20577"/>
        <pc:sldMkLst>
          <pc:docMk/>
          <pc:sldMk cId="169596901" sldId="272"/>
        </pc:sldMkLst>
        <pc:spChg chg="mod">
          <ac:chgData name="Harry Alexander Chandler Carey" userId="a5921fd0-d308-41d6-8c9c-7f73dc344b08" providerId="ADAL" clId="{CB79EBF8-FF76-44E1-A254-0B9A5B75A2AF}" dt="2024-12-04T05:26:51.554" v="901" actId="20577"/>
          <ac:spMkLst>
            <pc:docMk/>
            <pc:sldMk cId="169596901" sldId="272"/>
            <ac:spMk id="2" creationId="{A3267E43-142F-E297-CB2B-BCD4C9EA8AC3}"/>
          </ac:spMkLst>
        </pc:spChg>
        <pc:spChg chg="mod">
          <ac:chgData name="Harry Alexander Chandler Carey" userId="a5921fd0-d308-41d6-8c9c-7f73dc344b08" providerId="ADAL" clId="{CB79EBF8-FF76-44E1-A254-0B9A5B75A2AF}" dt="2024-12-05T01:34:16.657" v="1294" actId="20577"/>
          <ac:spMkLst>
            <pc:docMk/>
            <pc:sldMk cId="169596901" sldId="272"/>
            <ac:spMk id="3" creationId="{0A16291A-3F29-7F90-6517-81D16CFFCBB4}"/>
          </ac:spMkLst>
        </pc:spChg>
        <pc:picChg chg="add mod">
          <ac:chgData name="Harry Alexander Chandler Carey" userId="a5921fd0-d308-41d6-8c9c-7f73dc344b08" providerId="ADAL" clId="{CB79EBF8-FF76-44E1-A254-0B9A5B75A2AF}" dt="2024-12-05T01:34:09.494" v="1269" actId="1076"/>
          <ac:picMkLst>
            <pc:docMk/>
            <pc:sldMk cId="169596901" sldId="272"/>
            <ac:picMk id="5" creationId="{83F1FAB4-C25C-6241-177D-217323435DDF}"/>
          </ac:picMkLst>
        </pc:picChg>
      </pc:sldChg>
      <pc:sldChg chg="addSp delSp modSp new mod">
        <pc:chgData name="Harry Alexander Chandler Carey" userId="a5921fd0-d308-41d6-8c9c-7f73dc344b08" providerId="ADAL" clId="{CB79EBF8-FF76-44E1-A254-0B9A5B75A2AF}" dt="2024-12-04T05:41:27.096" v="1190" actId="20577"/>
        <pc:sldMkLst>
          <pc:docMk/>
          <pc:sldMk cId="3130610945" sldId="273"/>
        </pc:sldMkLst>
        <pc:spChg chg="mod">
          <ac:chgData name="Harry Alexander Chandler Carey" userId="a5921fd0-d308-41d6-8c9c-7f73dc344b08" providerId="ADAL" clId="{CB79EBF8-FF76-44E1-A254-0B9A5B75A2AF}" dt="2024-12-04T05:39:13.456" v="1055" actId="20577"/>
          <ac:spMkLst>
            <pc:docMk/>
            <pc:sldMk cId="3130610945" sldId="273"/>
            <ac:spMk id="2" creationId="{18ABA457-4C99-4B8E-4890-1AD8931BF722}"/>
          </ac:spMkLst>
        </pc:spChg>
        <pc:spChg chg="add del">
          <ac:chgData name="Harry Alexander Chandler Carey" userId="a5921fd0-d308-41d6-8c9c-7f73dc344b08" providerId="ADAL" clId="{CB79EBF8-FF76-44E1-A254-0B9A5B75A2AF}" dt="2024-12-04T05:40:17.182" v="1060" actId="22"/>
          <ac:spMkLst>
            <pc:docMk/>
            <pc:sldMk cId="3130610945" sldId="273"/>
            <ac:spMk id="3" creationId="{E67919C6-9B1E-676D-DE8D-9BFC89C1B0FF}"/>
          </ac:spMkLst>
        </pc:spChg>
        <pc:spChg chg="add mod">
          <ac:chgData name="Harry Alexander Chandler Carey" userId="a5921fd0-d308-41d6-8c9c-7f73dc344b08" providerId="ADAL" clId="{CB79EBF8-FF76-44E1-A254-0B9A5B75A2AF}" dt="2024-12-04T05:41:27.096" v="1190" actId="20577"/>
          <ac:spMkLst>
            <pc:docMk/>
            <pc:sldMk cId="3130610945" sldId="273"/>
            <ac:spMk id="8" creationId="{63B3586A-D7CA-B050-574A-71771D6E53EC}"/>
          </ac:spMkLst>
        </pc:spChg>
        <pc:picChg chg="add del">
          <ac:chgData name="Harry Alexander Chandler Carey" userId="a5921fd0-d308-41d6-8c9c-7f73dc344b08" providerId="ADAL" clId="{CB79EBF8-FF76-44E1-A254-0B9A5B75A2AF}" dt="2024-12-04T05:40:15.034" v="1058" actId="22"/>
          <ac:picMkLst>
            <pc:docMk/>
            <pc:sldMk cId="3130610945" sldId="273"/>
            <ac:picMk id="5" creationId="{9F5839DD-AC25-6644-2644-FC99843F0B67}"/>
          </ac:picMkLst>
        </pc:picChg>
        <pc:picChg chg="add mod ord">
          <ac:chgData name="Harry Alexander Chandler Carey" userId="a5921fd0-d308-41d6-8c9c-7f73dc344b08" providerId="ADAL" clId="{CB79EBF8-FF76-44E1-A254-0B9A5B75A2AF}" dt="2024-12-04T05:41:15.444" v="1189" actId="1076"/>
          <ac:picMkLst>
            <pc:docMk/>
            <pc:sldMk cId="3130610945" sldId="273"/>
            <ac:picMk id="7" creationId="{95629403-6983-3F78-5997-EB94EF953082}"/>
          </ac:picMkLst>
        </pc:picChg>
      </pc:sldChg>
      <pc:sldChg chg="addSp modSp new mod">
        <pc:chgData name="Harry Alexander Chandler Carey" userId="a5921fd0-d308-41d6-8c9c-7f73dc344b08" providerId="ADAL" clId="{CB79EBF8-FF76-44E1-A254-0B9A5B75A2AF}" dt="2024-12-09T04:59:34.025" v="1335" actId="20577"/>
        <pc:sldMkLst>
          <pc:docMk/>
          <pc:sldMk cId="3244559270" sldId="274"/>
        </pc:sldMkLst>
        <pc:spChg chg="mod">
          <ac:chgData name="Harry Alexander Chandler Carey" userId="a5921fd0-d308-41d6-8c9c-7f73dc344b08" providerId="ADAL" clId="{CB79EBF8-FF76-44E1-A254-0B9A5B75A2AF}" dt="2024-12-05T01:32:43.951" v="1194" actId="20577"/>
          <ac:spMkLst>
            <pc:docMk/>
            <pc:sldMk cId="3244559270" sldId="274"/>
            <ac:spMk id="2" creationId="{83D10C93-6BF5-887D-2C23-F031C36874D3}"/>
          </ac:spMkLst>
        </pc:spChg>
        <pc:spChg chg="mod">
          <ac:chgData name="Harry Alexander Chandler Carey" userId="a5921fd0-d308-41d6-8c9c-7f73dc344b08" providerId="ADAL" clId="{CB79EBF8-FF76-44E1-A254-0B9A5B75A2AF}" dt="2024-12-09T04:59:34.025" v="1335" actId="20577"/>
          <ac:spMkLst>
            <pc:docMk/>
            <pc:sldMk cId="3244559270" sldId="274"/>
            <ac:spMk id="3" creationId="{BF42910C-D86B-DD63-1D73-A02476C23668}"/>
          </ac:spMkLst>
        </pc:spChg>
        <pc:picChg chg="add mod">
          <ac:chgData name="Harry Alexander Chandler Carey" userId="a5921fd0-d308-41d6-8c9c-7f73dc344b08" providerId="ADAL" clId="{CB79EBF8-FF76-44E1-A254-0B9A5B75A2AF}" dt="2024-12-09T04:59:24.635" v="1299" actId="1076"/>
          <ac:picMkLst>
            <pc:docMk/>
            <pc:sldMk cId="3244559270" sldId="274"/>
            <ac:picMk id="5" creationId="{5F2F3814-BC1D-1B73-436A-5B24FE4268DA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09T05:16:28.080" v="1504" actId="20577"/>
        <pc:sldMkLst>
          <pc:docMk/>
          <pc:sldMk cId="452897150" sldId="275"/>
        </pc:sldMkLst>
        <pc:spChg chg="mod">
          <ac:chgData name="Harry Alexander Chandler Carey" userId="a5921fd0-d308-41d6-8c9c-7f73dc344b08" providerId="ADAL" clId="{CB79EBF8-FF76-44E1-A254-0B9A5B75A2AF}" dt="2024-12-09T05:00:08.332" v="1342" actId="20577"/>
          <ac:spMkLst>
            <pc:docMk/>
            <pc:sldMk cId="452897150" sldId="275"/>
            <ac:spMk id="2" creationId="{9C1AA054-F769-A70A-9597-876532F1550E}"/>
          </ac:spMkLst>
        </pc:spChg>
        <pc:spChg chg="mod">
          <ac:chgData name="Harry Alexander Chandler Carey" userId="a5921fd0-d308-41d6-8c9c-7f73dc344b08" providerId="ADAL" clId="{CB79EBF8-FF76-44E1-A254-0B9A5B75A2AF}" dt="2024-12-09T05:16:28.080" v="1504" actId="20577"/>
          <ac:spMkLst>
            <pc:docMk/>
            <pc:sldMk cId="452897150" sldId="275"/>
            <ac:spMk id="3" creationId="{21B35322-35A7-4232-AC4A-C6B87F5EA688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09T05:14:31.005" v="1402" actId="20577"/>
        <pc:sldMkLst>
          <pc:docMk/>
          <pc:sldMk cId="414965944" sldId="276"/>
        </pc:sldMkLst>
        <pc:spChg chg="mod">
          <ac:chgData name="Harry Alexander Chandler Carey" userId="a5921fd0-d308-41d6-8c9c-7f73dc344b08" providerId="ADAL" clId="{CB79EBF8-FF76-44E1-A254-0B9A5B75A2AF}" dt="2024-12-09T05:14:27.565" v="1400" actId="20577"/>
          <ac:spMkLst>
            <pc:docMk/>
            <pc:sldMk cId="414965944" sldId="276"/>
            <ac:spMk id="2" creationId="{49543E3F-5766-87D2-0035-5C4F012E8BD6}"/>
          </ac:spMkLst>
        </pc:spChg>
        <pc:spChg chg="mod">
          <ac:chgData name="Harry Alexander Chandler Carey" userId="a5921fd0-d308-41d6-8c9c-7f73dc344b08" providerId="ADAL" clId="{CB79EBF8-FF76-44E1-A254-0B9A5B75A2AF}" dt="2024-12-09T05:14:31.005" v="1402" actId="20577"/>
          <ac:spMkLst>
            <pc:docMk/>
            <pc:sldMk cId="414965944" sldId="276"/>
            <ac:spMk id="3" creationId="{D5A43664-D728-1DD4-C00E-C64759C835BD}"/>
          </ac:spMkLst>
        </pc:spChg>
      </pc:sldChg>
      <pc:sldChg chg="addSp modSp new mod">
        <pc:chgData name="Harry Alexander Chandler Carey" userId="a5921fd0-d308-41d6-8c9c-7f73dc344b08" providerId="ADAL" clId="{CB79EBF8-FF76-44E1-A254-0B9A5B75A2AF}" dt="2024-12-09T05:27:48" v="1979" actId="14100"/>
        <pc:sldMkLst>
          <pc:docMk/>
          <pc:sldMk cId="191317207" sldId="277"/>
        </pc:sldMkLst>
        <pc:spChg chg="mod">
          <ac:chgData name="Harry Alexander Chandler Carey" userId="a5921fd0-d308-41d6-8c9c-7f73dc344b08" providerId="ADAL" clId="{CB79EBF8-FF76-44E1-A254-0B9A5B75A2AF}" dt="2024-12-09T05:19:28.693" v="1513" actId="20577"/>
          <ac:spMkLst>
            <pc:docMk/>
            <pc:sldMk cId="191317207" sldId="277"/>
            <ac:spMk id="2" creationId="{BCAE8CF9-F35E-0772-B648-12EC6C007727}"/>
          </ac:spMkLst>
        </pc:spChg>
        <pc:spChg chg="mod">
          <ac:chgData name="Harry Alexander Chandler Carey" userId="a5921fd0-d308-41d6-8c9c-7f73dc344b08" providerId="ADAL" clId="{CB79EBF8-FF76-44E1-A254-0B9A5B75A2AF}" dt="2024-12-09T05:27:38.570" v="1977" actId="20577"/>
          <ac:spMkLst>
            <pc:docMk/>
            <pc:sldMk cId="191317207" sldId="277"/>
            <ac:spMk id="3" creationId="{BD53596A-820B-CFC0-BCAD-C6596A203F42}"/>
          </ac:spMkLst>
        </pc:spChg>
        <pc:picChg chg="add mod">
          <ac:chgData name="Harry Alexander Chandler Carey" userId="a5921fd0-d308-41d6-8c9c-7f73dc344b08" providerId="ADAL" clId="{CB79EBF8-FF76-44E1-A254-0B9A5B75A2AF}" dt="2024-12-09T05:27:48" v="1979" actId="14100"/>
          <ac:picMkLst>
            <pc:docMk/>
            <pc:sldMk cId="191317207" sldId="277"/>
            <ac:picMk id="5" creationId="{4785AB3D-7E9D-0765-E3A8-2E13DA0A5D93}"/>
          </ac:picMkLst>
        </pc:picChg>
      </pc:sldChg>
      <pc:sldChg chg="addSp delSp modSp new mod">
        <pc:chgData name="Harry Alexander Chandler Carey" userId="a5921fd0-d308-41d6-8c9c-7f73dc344b08" providerId="ADAL" clId="{CB79EBF8-FF76-44E1-A254-0B9A5B75A2AF}" dt="2024-12-09T05:31:32.239" v="2049" actId="1076"/>
        <pc:sldMkLst>
          <pc:docMk/>
          <pc:sldMk cId="2847279619" sldId="278"/>
        </pc:sldMkLst>
        <pc:spChg chg="mod">
          <ac:chgData name="Harry Alexander Chandler Carey" userId="a5921fd0-d308-41d6-8c9c-7f73dc344b08" providerId="ADAL" clId="{CB79EBF8-FF76-44E1-A254-0B9A5B75A2AF}" dt="2024-12-09T05:26:34.220" v="1826" actId="20577"/>
          <ac:spMkLst>
            <pc:docMk/>
            <pc:sldMk cId="2847279619" sldId="278"/>
            <ac:spMk id="2" creationId="{186CEAE4-7E4B-A2CD-4201-67CA841733A7}"/>
          </ac:spMkLst>
        </pc:spChg>
        <pc:spChg chg="mod">
          <ac:chgData name="Harry Alexander Chandler Carey" userId="a5921fd0-d308-41d6-8c9c-7f73dc344b08" providerId="ADAL" clId="{CB79EBF8-FF76-44E1-A254-0B9A5B75A2AF}" dt="2024-12-09T05:30:38.800" v="2043" actId="20577"/>
          <ac:spMkLst>
            <pc:docMk/>
            <pc:sldMk cId="2847279619" sldId="278"/>
            <ac:spMk id="3" creationId="{F1F6024A-FAEC-6E3A-C02C-416B134DD9C4}"/>
          </ac:spMkLst>
        </pc:spChg>
        <pc:picChg chg="add del mod">
          <ac:chgData name="Harry Alexander Chandler Carey" userId="a5921fd0-d308-41d6-8c9c-7f73dc344b08" providerId="ADAL" clId="{CB79EBF8-FF76-44E1-A254-0B9A5B75A2AF}" dt="2024-12-09T05:30:55.369" v="2045" actId="478"/>
          <ac:picMkLst>
            <pc:docMk/>
            <pc:sldMk cId="2847279619" sldId="278"/>
            <ac:picMk id="5" creationId="{33E94C39-7555-A62F-20A1-B04149D6D2CD}"/>
          </ac:picMkLst>
        </pc:picChg>
        <pc:picChg chg="add mod">
          <ac:chgData name="Harry Alexander Chandler Carey" userId="a5921fd0-d308-41d6-8c9c-7f73dc344b08" providerId="ADAL" clId="{CB79EBF8-FF76-44E1-A254-0B9A5B75A2AF}" dt="2024-12-09T05:31:32.239" v="2049" actId="1076"/>
          <ac:picMkLst>
            <pc:docMk/>
            <pc:sldMk cId="2847279619" sldId="278"/>
            <ac:picMk id="7" creationId="{61DDB7BD-CFB3-99EC-259E-562A5871A45B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09T05:32:41.626" v="2144" actId="20577"/>
        <pc:sldMkLst>
          <pc:docMk/>
          <pc:sldMk cId="3410954849" sldId="279"/>
        </pc:sldMkLst>
        <pc:spChg chg="mod">
          <ac:chgData name="Harry Alexander Chandler Carey" userId="a5921fd0-d308-41d6-8c9c-7f73dc344b08" providerId="ADAL" clId="{CB79EBF8-FF76-44E1-A254-0B9A5B75A2AF}" dt="2024-12-09T05:32:24.499" v="2057" actId="20577"/>
          <ac:spMkLst>
            <pc:docMk/>
            <pc:sldMk cId="3410954849" sldId="279"/>
            <ac:spMk id="2" creationId="{1A361AC4-2FED-D2D7-47CF-3C6DE09EA2F8}"/>
          </ac:spMkLst>
        </pc:spChg>
        <pc:spChg chg="mod">
          <ac:chgData name="Harry Alexander Chandler Carey" userId="a5921fd0-d308-41d6-8c9c-7f73dc344b08" providerId="ADAL" clId="{CB79EBF8-FF76-44E1-A254-0B9A5B75A2AF}" dt="2024-12-09T05:32:41.626" v="2144" actId="20577"/>
          <ac:spMkLst>
            <pc:docMk/>
            <pc:sldMk cId="3410954849" sldId="279"/>
            <ac:spMk id="3" creationId="{094D8157-9FB2-460B-45EE-0D534337E47D}"/>
          </ac:spMkLst>
        </pc:spChg>
      </pc:sldChg>
      <pc:sldChg chg="addSp modSp new mod">
        <pc:chgData name="Harry Alexander Chandler Carey" userId="a5921fd0-d308-41d6-8c9c-7f73dc344b08" providerId="ADAL" clId="{CB79EBF8-FF76-44E1-A254-0B9A5B75A2AF}" dt="2024-12-09T05:41:11.226" v="2238" actId="1076"/>
        <pc:sldMkLst>
          <pc:docMk/>
          <pc:sldMk cId="4069209274" sldId="280"/>
        </pc:sldMkLst>
        <pc:spChg chg="mod">
          <ac:chgData name="Harry Alexander Chandler Carey" userId="a5921fd0-d308-41d6-8c9c-7f73dc344b08" providerId="ADAL" clId="{CB79EBF8-FF76-44E1-A254-0B9A5B75A2AF}" dt="2024-12-09T05:41:11.226" v="2238" actId="1076"/>
          <ac:spMkLst>
            <pc:docMk/>
            <pc:sldMk cId="4069209274" sldId="280"/>
            <ac:spMk id="2" creationId="{A162F269-2779-15A5-CCD5-1304DB74FF8E}"/>
          </ac:spMkLst>
        </pc:spChg>
        <pc:spChg chg="mod">
          <ac:chgData name="Harry Alexander Chandler Carey" userId="a5921fd0-d308-41d6-8c9c-7f73dc344b08" providerId="ADAL" clId="{CB79EBF8-FF76-44E1-A254-0B9A5B75A2AF}" dt="2024-12-09T05:33:15.827" v="2232" actId="20577"/>
          <ac:spMkLst>
            <pc:docMk/>
            <pc:sldMk cId="4069209274" sldId="280"/>
            <ac:spMk id="3" creationId="{D17C5E5F-001B-80DF-7599-FB689E6C171D}"/>
          </ac:spMkLst>
        </pc:spChg>
        <pc:picChg chg="add mod">
          <ac:chgData name="Harry Alexander Chandler Carey" userId="a5921fd0-d308-41d6-8c9c-7f73dc344b08" providerId="ADAL" clId="{CB79EBF8-FF76-44E1-A254-0B9A5B75A2AF}" dt="2024-12-09T05:40:43.536" v="2236" actId="1076"/>
          <ac:picMkLst>
            <pc:docMk/>
            <pc:sldMk cId="4069209274" sldId="280"/>
            <ac:picMk id="5" creationId="{15363121-DC5D-7233-AE3A-1E265D77B2A9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4:42.730" v="10576" actId="20577"/>
        <pc:sldMkLst>
          <pc:docMk/>
          <pc:sldMk cId="2463975222" sldId="281"/>
        </pc:sldMkLst>
        <pc:spChg chg="mod">
          <ac:chgData name="Harry Alexander Chandler Carey" userId="a5921fd0-d308-41d6-8c9c-7f73dc344b08" providerId="ADAL" clId="{CB79EBF8-FF76-44E1-A254-0B9A5B75A2AF}" dt="2024-12-10T01:44:42.730" v="10576" actId="20577"/>
          <ac:spMkLst>
            <pc:docMk/>
            <pc:sldMk cId="2463975222" sldId="281"/>
            <ac:spMk id="2" creationId="{A23DB755-2EA0-26E2-ADBD-4DF0552BCDE4}"/>
          </ac:spMkLst>
        </pc:spChg>
        <pc:spChg chg="mod">
          <ac:chgData name="Harry Alexander Chandler Carey" userId="a5921fd0-d308-41d6-8c9c-7f73dc344b08" providerId="ADAL" clId="{CB79EBF8-FF76-44E1-A254-0B9A5B75A2AF}" dt="2024-12-09T05:43:39.346" v="2499" actId="20577"/>
          <ac:spMkLst>
            <pc:docMk/>
            <pc:sldMk cId="2463975222" sldId="281"/>
            <ac:spMk id="3" creationId="{4EAC458D-5E5A-FB29-C888-8B90E1D6D0A0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09T05:47:41.386" v="2621" actId="20577"/>
        <pc:sldMkLst>
          <pc:docMk/>
          <pc:sldMk cId="3123866433" sldId="282"/>
        </pc:sldMkLst>
        <pc:spChg chg="mod">
          <ac:chgData name="Harry Alexander Chandler Carey" userId="a5921fd0-d308-41d6-8c9c-7f73dc344b08" providerId="ADAL" clId="{CB79EBF8-FF76-44E1-A254-0B9A5B75A2AF}" dt="2024-12-09T05:46:47.075" v="2513" actId="20577"/>
          <ac:spMkLst>
            <pc:docMk/>
            <pc:sldMk cId="3123866433" sldId="282"/>
            <ac:spMk id="2" creationId="{259628B1-7C5C-BD31-483D-C8EEEBEB928F}"/>
          </ac:spMkLst>
        </pc:spChg>
        <pc:spChg chg="mod">
          <ac:chgData name="Harry Alexander Chandler Carey" userId="a5921fd0-d308-41d6-8c9c-7f73dc344b08" providerId="ADAL" clId="{CB79EBF8-FF76-44E1-A254-0B9A5B75A2AF}" dt="2024-12-09T05:47:41.386" v="2621" actId="20577"/>
          <ac:spMkLst>
            <pc:docMk/>
            <pc:sldMk cId="3123866433" sldId="282"/>
            <ac:spMk id="3" creationId="{558F3664-E560-366D-22DB-27710127D58F}"/>
          </ac:spMkLst>
        </pc:spChg>
      </pc:sldChg>
      <pc:sldChg chg="addSp modSp new mod setBg">
        <pc:chgData name="Harry Alexander Chandler Carey" userId="a5921fd0-d308-41d6-8c9c-7f73dc344b08" providerId="ADAL" clId="{CB79EBF8-FF76-44E1-A254-0B9A5B75A2AF}" dt="2024-12-09T11:31:37.644" v="5647" actId="20577"/>
        <pc:sldMkLst>
          <pc:docMk/>
          <pc:sldMk cId="1268404608" sldId="283"/>
        </pc:sldMkLst>
        <pc:spChg chg="mod">
          <ac:chgData name="Harry Alexander Chandler Carey" userId="a5921fd0-d308-41d6-8c9c-7f73dc344b08" providerId="ADAL" clId="{CB79EBF8-FF76-44E1-A254-0B9A5B75A2AF}" dt="2024-12-09T06:33:53.989" v="3633" actId="26606"/>
          <ac:spMkLst>
            <pc:docMk/>
            <pc:sldMk cId="1268404608" sldId="283"/>
            <ac:spMk id="2" creationId="{EE647287-469B-E98D-4A10-F65AE3235CAF}"/>
          </ac:spMkLst>
        </pc:spChg>
        <pc:spChg chg="mod">
          <ac:chgData name="Harry Alexander Chandler Carey" userId="a5921fd0-d308-41d6-8c9c-7f73dc344b08" providerId="ADAL" clId="{CB79EBF8-FF76-44E1-A254-0B9A5B75A2AF}" dt="2024-12-09T11:31:37.644" v="5647" actId="20577"/>
          <ac:spMkLst>
            <pc:docMk/>
            <pc:sldMk cId="1268404608" sldId="283"/>
            <ac:spMk id="3" creationId="{0BEF159D-A4F1-2986-39E1-ED4DEFFA4E07}"/>
          </ac:spMkLst>
        </pc:spChg>
        <pc:grpChg chg="add">
          <ac:chgData name="Harry Alexander Chandler Carey" userId="a5921fd0-d308-41d6-8c9c-7f73dc344b08" providerId="ADAL" clId="{CB79EBF8-FF76-44E1-A254-0B9A5B75A2AF}" dt="2024-12-09T06:33:53.989" v="3633" actId="26606"/>
          <ac:grpSpMkLst>
            <pc:docMk/>
            <pc:sldMk cId="1268404608" sldId="283"/>
            <ac:grpSpMk id="10" creationId="{1FD67D68-9B83-C338-8342-3348D8F22347}"/>
          </ac:grpSpMkLst>
        </pc:grpChg>
        <pc:picChg chg="add mod">
          <ac:chgData name="Harry Alexander Chandler Carey" userId="a5921fd0-d308-41d6-8c9c-7f73dc344b08" providerId="ADAL" clId="{CB79EBF8-FF76-44E1-A254-0B9A5B75A2AF}" dt="2024-12-09T06:33:53.989" v="3633" actId="26606"/>
          <ac:picMkLst>
            <pc:docMk/>
            <pc:sldMk cId="1268404608" sldId="283"/>
            <ac:picMk id="5" creationId="{E2D36E6C-642A-3A90-3AE1-532D98028CE7}"/>
          </ac:picMkLst>
        </pc:picChg>
      </pc:sldChg>
      <pc:sldChg chg="addSp modSp add mod">
        <pc:chgData name="Harry Alexander Chandler Carey" userId="a5921fd0-d308-41d6-8c9c-7f73dc344b08" providerId="ADAL" clId="{CB79EBF8-FF76-44E1-A254-0B9A5B75A2AF}" dt="2024-12-09T06:07:40.658" v="2850" actId="20577"/>
        <pc:sldMkLst>
          <pc:docMk/>
          <pc:sldMk cId="4238421015" sldId="284"/>
        </pc:sldMkLst>
        <pc:spChg chg="mod">
          <ac:chgData name="Harry Alexander Chandler Carey" userId="a5921fd0-d308-41d6-8c9c-7f73dc344b08" providerId="ADAL" clId="{CB79EBF8-FF76-44E1-A254-0B9A5B75A2AF}" dt="2024-12-09T06:07:40.658" v="2850" actId="20577"/>
          <ac:spMkLst>
            <pc:docMk/>
            <pc:sldMk cId="4238421015" sldId="284"/>
            <ac:spMk id="3" creationId="{0BEF159D-A4F1-2986-39E1-ED4DEFFA4E07}"/>
          </ac:spMkLst>
        </pc:spChg>
        <pc:spChg chg="add mod">
          <ac:chgData name="Harry Alexander Chandler Carey" userId="a5921fd0-d308-41d6-8c9c-7f73dc344b08" providerId="ADAL" clId="{CB79EBF8-FF76-44E1-A254-0B9A5B75A2AF}" dt="2024-12-09T06:06:49.670" v="2796" actId="207"/>
          <ac:spMkLst>
            <pc:docMk/>
            <pc:sldMk cId="4238421015" sldId="284"/>
            <ac:spMk id="4" creationId="{16A6B9EB-2F37-89A2-AD09-5F0D737C7569}"/>
          </ac:spMkLst>
        </pc:spChg>
        <pc:picChg chg="mod">
          <ac:chgData name="Harry Alexander Chandler Carey" userId="a5921fd0-d308-41d6-8c9c-7f73dc344b08" providerId="ADAL" clId="{CB79EBF8-FF76-44E1-A254-0B9A5B75A2AF}" dt="2024-12-09T06:07:11.217" v="2800" actId="1036"/>
          <ac:picMkLst>
            <pc:docMk/>
            <pc:sldMk cId="4238421015" sldId="284"/>
            <ac:picMk id="5" creationId="{E2D36E6C-642A-3A90-3AE1-532D98028CE7}"/>
          </ac:picMkLst>
        </pc:picChg>
      </pc:sldChg>
      <pc:sldChg chg="addSp modSp new mod setBg">
        <pc:chgData name="Harry Alexander Chandler Carey" userId="a5921fd0-d308-41d6-8c9c-7f73dc344b08" providerId="ADAL" clId="{CB79EBF8-FF76-44E1-A254-0B9A5B75A2AF}" dt="2024-12-09T11:32:19.490" v="5701" actId="20577"/>
        <pc:sldMkLst>
          <pc:docMk/>
          <pc:sldMk cId="333564126" sldId="285"/>
        </pc:sldMkLst>
        <pc:spChg chg="mod">
          <ac:chgData name="Harry Alexander Chandler Carey" userId="a5921fd0-d308-41d6-8c9c-7f73dc344b08" providerId="ADAL" clId="{CB79EBF8-FF76-44E1-A254-0B9A5B75A2AF}" dt="2024-12-09T06:29:35.384" v="3419" actId="26606"/>
          <ac:spMkLst>
            <pc:docMk/>
            <pc:sldMk cId="333564126" sldId="285"/>
            <ac:spMk id="2" creationId="{23998963-F06E-2449-7C6C-2A0F924CEB52}"/>
          </ac:spMkLst>
        </pc:spChg>
        <pc:spChg chg="mod">
          <ac:chgData name="Harry Alexander Chandler Carey" userId="a5921fd0-d308-41d6-8c9c-7f73dc344b08" providerId="ADAL" clId="{CB79EBF8-FF76-44E1-A254-0B9A5B75A2AF}" dt="2024-12-09T11:32:19.490" v="5701" actId="20577"/>
          <ac:spMkLst>
            <pc:docMk/>
            <pc:sldMk cId="333564126" sldId="285"/>
            <ac:spMk id="3" creationId="{75D8C160-C2EB-F788-3EDC-F818821827A1}"/>
          </ac:spMkLst>
        </pc:spChg>
        <pc:grpChg chg="add">
          <ac:chgData name="Harry Alexander Chandler Carey" userId="a5921fd0-d308-41d6-8c9c-7f73dc344b08" providerId="ADAL" clId="{CB79EBF8-FF76-44E1-A254-0B9A5B75A2AF}" dt="2024-12-09T06:29:35.384" v="3419" actId="26606"/>
          <ac:grpSpMkLst>
            <pc:docMk/>
            <pc:sldMk cId="333564126" sldId="285"/>
            <ac:grpSpMk id="10" creationId="{1FD67D68-9B83-C338-8342-3348D8F22347}"/>
          </ac:grpSpMkLst>
        </pc:grpChg>
        <pc:picChg chg="add mod">
          <ac:chgData name="Harry Alexander Chandler Carey" userId="a5921fd0-d308-41d6-8c9c-7f73dc344b08" providerId="ADAL" clId="{CB79EBF8-FF76-44E1-A254-0B9A5B75A2AF}" dt="2024-12-09T06:29:35.384" v="3419" actId="26606"/>
          <ac:picMkLst>
            <pc:docMk/>
            <pc:sldMk cId="333564126" sldId="285"/>
            <ac:picMk id="5" creationId="{31934648-8644-57A8-2502-915277EC6952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4:55.039" v="10580" actId="20577"/>
        <pc:sldMkLst>
          <pc:docMk/>
          <pc:sldMk cId="1434325995" sldId="286"/>
        </pc:sldMkLst>
        <pc:spChg chg="mod">
          <ac:chgData name="Harry Alexander Chandler Carey" userId="a5921fd0-d308-41d6-8c9c-7f73dc344b08" providerId="ADAL" clId="{CB79EBF8-FF76-44E1-A254-0B9A5B75A2AF}" dt="2024-12-10T01:44:55.039" v="10580" actId="20577"/>
          <ac:spMkLst>
            <pc:docMk/>
            <pc:sldMk cId="1434325995" sldId="286"/>
            <ac:spMk id="2" creationId="{E94E93F6-4ADA-5112-6FA6-EA0E6D1D15FF}"/>
          </ac:spMkLst>
        </pc:spChg>
        <pc:spChg chg="mod">
          <ac:chgData name="Harry Alexander Chandler Carey" userId="a5921fd0-d308-41d6-8c9c-7f73dc344b08" providerId="ADAL" clId="{CB79EBF8-FF76-44E1-A254-0B9A5B75A2AF}" dt="2024-12-09T11:34:02.925" v="5756" actId="20577"/>
          <ac:spMkLst>
            <pc:docMk/>
            <pc:sldMk cId="1434325995" sldId="286"/>
            <ac:spMk id="3" creationId="{DA099DDB-3FFA-AF01-31E8-806700FA7857}"/>
          </ac:spMkLst>
        </pc:spChg>
      </pc:sldChg>
      <pc:sldChg chg="addSp delSp modSp new mod">
        <pc:chgData name="Harry Alexander Chandler Carey" userId="a5921fd0-d308-41d6-8c9c-7f73dc344b08" providerId="ADAL" clId="{CB79EBF8-FF76-44E1-A254-0B9A5B75A2AF}" dt="2024-12-09T06:26:42.558" v="3187" actId="1076"/>
        <pc:sldMkLst>
          <pc:docMk/>
          <pc:sldMk cId="2482660772" sldId="287"/>
        </pc:sldMkLst>
        <pc:spChg chg="mod">
          <ac:chgData name="Harry Alexander Chandler Carey" userId="a5921fd0-d308-41d6-8c9c-7f73dc344b08" providerId="ADAL" clId="{CB79EBF8-FF76-44E1-A254-0B9A5B75A2AF}" dt="2024-12-09T06:24:19.262" v="3181" actId="20577"/>
          <ac:spMkLst>
            <pc:docMk/>
            <pc:sldMk cId="2482660772" sldId="287"/>
            <ac:spMk id="2" creationId="{5DB73BC5-F42A-0BE3-D0C7-EB0A29E6A387}"/>
          </ac:spMkLst>
        </pc:spChg>
        <pc:spChg chg="del">
          <ac:chgData name="Harry Alexander Chandler Carey" userId="a5921fd0-d308-41d6-8c9c-7f73dc344b08" providerId="ADAL" clId="{CB79EBF8-FF76-44E1-A254-0B9A5B75A2AF}" dt="2024-12-09T06:26:32.612" v="3182" actId="478"/>
          <ac:spMkLst>
            <pc:docMk/>
            <pc:sldMk cId="2482660772" sldId="287"/>
            <ac:spMk id="3" creationId="{5706C81A-8FBF-A144-C7EB-6B2B03381FAF}"/>
          </ac:spMkLst>
        </pc:spChg>
        <pc:picChg chg="add mod">
          <ac:chgData name="Harry Alexander Chandler Carey" userId="a5921fd0-d308-41d6-8c9c-7f73dc344b08" providerId="ADAL" clId="{CB79EBF8-FF76-44E1-A254-0B9A5B75A2AF}" dt="2024-12-09T06:26:42.558" v="3187" actId="1076"/>
          <ac:picMkLst>
            <pc:docMk/>
            <pc:sldMk cId="2482660772" sldId="287"/>
            <ac:picMk id="5" creationId="{076137D2-5057-2519-8933-0ED2933D07BD}"/>
          </ac:picMkLst>
        </pc:picChg>
      </pc:sldChg>
      <pc:sldChg chg="addSp modSp new mod">
        <pc:chgData name="Harry Alexander Chandler Carey" userId="a5921fd0-d308-41d6-8c9c-7f73dc344b08" providerId="ADAL" clId="{CB79EBF8-FF76-44E1-A254-0B9A5B75A2AF}" dt="2024-12-09T06:32:51.992" v="3484" actId="20577"/>
        <pc:sldMkLst>
          <pc:docMk/>
          <pc:sldMk cId="2873381123" sldId="288"/>
        </pc:sldMkLst>
        <pc:spChg chg="mod">
          <ac:chgData name="Harry Alexander Chandler Carey" userId="a5921fd0-d308-41d6-8c9c-7f73dc344b08" providerId="ADAL" clId="{CB79EBF8-FF76-44E1-A254-0B9A5B75A2AF}" dt="2024-12-09T06:27:15.681" v="3270" actId="20577"/>
          <ac:spMkLst>
            <pc:docMk/>
            <pc:sldMk cId="2873381123" sldId="288"/>
            <ac:spMk id="2" creationId="{FE8BD5A2-0097-0192-B027-B693C9E8B823}"/>
          </ac:spMkLst>
        </pc:spChg>
        <pc:spChg chg="mod">
          <ac:chgData name="Harry Alexander Chandler Carey" userId="a5921fd0-d308-41d6-8c9c-7f73dc344b08" providerId="ADAL" clId="{CB79EBF8-FF76-44E1-A254-0B9A5B75A2AF}" dt="2024-12-09T06:32:51.992" v="3484" actId="20577"/>
          <ac:spMkLst>
            <pc:docMk/>
            <pc:sldMk cId="2873381123" sldId="288"/>
            <ac:spMk id="3" creationId="{70C87B70-E77C-BC6A-EA00-5132DA3A1461}"/>
          </ac:spMkLst>
        </pc:spChg>
        <pc:picChg chg="add mod">
          <ac:chgData name="Harry Alexander Chandler Carey" userId="a5921fd0-d308-41d6-8c9c-7f73dc344b08" providerId="ADAL" clId="{CB79EBF8-FF76-44E1-A254-0B9A5B75A2AF}" dt="2024-12-09T06:29:12.473" v="3372" actId="14100"/>
          <ac:picMkLst>
            <pc:docMk/>
            <pc:sldMk cId="2873381123" sldId="288"/>
            <ac:picMk id="5" creationId="{FA4744C5-FD01-D101-6CB3-25B904A4A2F9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5:07.408" v="10582" actId="20577"/>
        <pc:sldMkLst>
          <pc:docMk/>
          <pc:sldMk cId="3253447004" sldId="289"/>
        </pc:sldMkLst>
        <pc:spChg chg="mod">
          <ac:chgData name="Harry Alexander Chandler Carey" userId="a5921fd0-d308-41d6-8c9c-7f73dc344b08" providerId="ADAL" clId="{CB79EBF8-FF76-44E1-A254-0B9A5B75A2AF}" dt="2024-12-10T01:45:07.408" v="10582" actId="20577"/>
          <ac:spMkLst>
            <pc:docMk/>
            <pc:sldMk cId="3253447004" sldId="289"/>
            <ac:spMk id="2" creationId="{7AFBEFCF-8F93-CEB5-1851-D28E2C799F14}"/>
          </ac:spMkLst>
        </pc:spChg>
        <pc:spChg chg="mod">
          <ac:chgData name="Harry Alexander Chandler Carey" userId="a5921fd0-d308-41d6-8c9c-7f73dc344b08" providerId="ADAL" clId="{CB79EBF8-FF76-44E1-A254-0B9A5B75A2AF}" dt="2024-12-09T06:33:40.254" v="3632" actId="20577"/>
          <ac:spMkLst>
            <pc:docMk/>
            <pc:sldMk cId="3253447004" sldId="289"/>
            <ac:spMk id="3" creationId="{D7D9900A-D856-4B27-2339-237F95921504}"/>
          </ac:spMkLst>
        </pc:spChg>
      </pc:sldChg>
      <pc:sldChg chg="addSp delSp modSp new mod">
        <pc:chgData name="Harry Alexander Chandler Carey" userId="a5921fd0-d308-41d6-8c9c-7f73dc344b08" providerId="ADAL" clId="{CB79EBF8-FF76-44E1-A254-0B9A5B75A2AF}" dt="2024-12-09T06:53:11.503" v="3791" actId="20577"/>
        <pc:sldMkLst>
          <pc:docMk/>
          <pc:sldMk cId="2331159320" sldId="290"/>
        </pc:sldMkLst>
        <pc:spChg chg="mod">
          <ac:chgData name="Harry Alexander Chandler Carey" userId="a5921fd0-d308-41d6-8c9c-7f73dc344b08" providerId="ADAL" clId="{CB79EBF8-FF76-44E1-A254-0B9A5B75A2AF}" dt="2024-12-09T06:48:14.725" v="3733" actId="20577"/>
          <ac:spMkLst>
            <pc:docMk/>
            <pc:sldMk cId="2331159320" sldId="290"/>
            <ac:spMk id="2" creationId="{C70978E4-0DA8-579C-D9A7-0DD96B7DCC1B}"/>
          </ac:spMkLst>
        </pc:spChg>
        <pc:spChg chg="add del mod">
          <ac:chgData name="Harry Alexander Chandler Carey" userId="a5921fd0-d308-41d6-8c9c-7f73dc344b08" providerId="ADAL" clId="{CB79EBF8-FF76-44E1-A254-0B9A5B75A2AF}" dt="2024-12-09T06:53:11.503" v="3791" actId="20577"/>
          <ac:spMkLst>
            <pc:docMk/>
            <pc:sldMk cId="2331159320" sldId="290"/>
            <ac:spMk id="3" creationId="{BDB5D1F7-53E3-B2FB-4883-D7389AC9D90F}"/>
          </ac:spMkLst>
        </pc:spChg>
        <pc:picChg chg="add mod">
          <ac:chgData name="Harry Alexander Chandler Carey" userId="a5921fd0-d308-41d6-8c9c-7f73dc344b08" providerId="ADAL" clId="{CB79EBF8-FF76-44E1-A254-0B9A5B75A2AF}" dt="2024-12-09T06:52:50.983" v="3788" actId="1076"/>
          <ac:picMkLst>
            <pc:docMk/>
            <pc:sldMk cId="2331159320" sldId="290"/>
            <ac:picMk id="5" creationId="{EE24B1C7-FC86-1439-F9FA-5AAA5F84F314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5:11.865" v="10584" actId="20577"/>
        <pc:sldMkLst>
          <pc:docMk/>
          <pc:sldMk cId="3814472169" sldId="291"/>
        </pc:sldMkLst>
        <pc:spChg chg="mod">
          <ac:chgData name="Harry Alexander Chandler Carey" userId="a5921fd0-d308-41d6-8c9c-7f73dc344b08" providerId="ADAL" clId="{CB79EBF8-FF76-44E1-A254-0B9A5B75A2AF}" dt="2024-12-10T01:45:11.865" v="10584" actId="20577"/>
          <ac:spMkLst>
            <pc:docMk/>
            <pc:sldMk cId="3814472169" sldId="291"/>
            <ac:spMk id="2" creationId="{5CE5064D-2C42-5E81-FAFE-379A495C72AD}"/>
          </ac:spMkLst>
        </pc:spChg>
        <pc:spChg chg="mod">
          <ac:chgData name="Harry Alexander Chandler Carey" userId="a5921fd0-d308-41d6-8c9c-7f73dc344b08" providerId="ADAL" clId="{CB79EBF8-FF76-44E1-A254-0B9A5B75A2AF}" dt="2024-12-09T06:58:10.647" v="3877" actId="20577"/>
          <ac:spMkLst>
            <pc:docMk/>
            <pc:sldMk cId="3814472169" sldId="291"/>
            <ac:spMk id="3" creationId="{2F6879EB-B5EE-71AB-EC4E-010433DC9AE7}"/>
          </ac:spMkLst>
        </pc:spChg>
      </pc:sldChg>
      <pc:sldChg chg="addSp delSp modSp new mod">
        <pc:chgData name="Harry Alexander Chandler Carey" userId="a5921fd0-d308-41d6-8c9c-7f73dc344b08" providerId="ADAL" clId="{CB79EBF8-FF76-44E1-A254-0B9A5B75A2AF}" dt="2024-12-09T11:00:19.929" v="3959"/>
        <pc:sldMkLst>
          <pc:docMk/>
          <pc:sldMk cId="3138821904" sldId="292"/>
        </pc:sldMkLst>
        <pc:spChg chg="mod">
          <ac:chgData name="Harry Alexander Chandler Carey" userId="a5921fd0-d308-41d6-8c9c-7f73dc344b08" providerId="ADAL" clId="{CB79EBF8-FF76-44E1-A254-0B9A5B75A2AF}" dt="2024-12-09T07:00:57.881" v="3895" actId="20577"/>
          <ac:spMkLst>
            <pc:docMk/>
            <pc:sldMk cId="3138821904" sldId="292"/>
            <ac:spMk id="2" creationId="{99687CAD-B09C-C191-6B66-67FDB5526E33}"/>
          </ac:spMkLst>
        </pc:spChg>
        <pc:spChg chg="mod">
          <ac:chgData name="Harry Alexander Chandler Carey" userId="a5921fd0-d308-41d6-8c9c-7f73dc344b08" providerId="ADAL" clId="{CB79EBF8-FF76-44E1-A254-0B9A5B75A2AF}" dt="2024-12-09T10:59:53.279" v="3954" actId="20577"/>
          <ac:spMkLst>
            <pc:docMk/>
            <pc:sldMk cId="3138821904" sldId="292"/>
            <ac:spMk id="3" creationId="{53FB6C65-4C07-A724-3390-ABF9C9C690BA}"/>
          </ac:spMkLst>
        </pc:spChg>
        <pc:picChg chg="add del mod">
          <ac:chgData name="Harry Alexander Chandler Carey" userId="a5921fd0-d308-41d6-8c9c-7f73dc344b08" providerId="ADAL" clId="{CB79EBF8-FF76-44E1-A254-0B9A5B75A2AF}" dt="2024-12-09T11:00:06.769" v="3956" actId="478"/>
          <ac:picMkLst>
            <pc:docMk/>
            <pc:sldMk cId="3138821904" sldId="292"/>
            <ac:picMk id="4" creationId="{B6D8ECFC-881F-364E-FF53-01CB75CEABBA}"/>
          </ac:picMkLst>
        </pc:picChg>
        <pc:picChg chg="add mod">
          <ac:chgData name="Harry Alexander Chandler Carey" userId="a5921fd0-d308-41d6-8c9c-7f73dc344b08" providerId="ADAL" clId="{CB79EBF8-FF76-44E1-A254-0B9A5B75A2AF}" dt="2024-12-09T11:00:15.853" v="3958" actId="1076"/>
          <ac:picMkLst>
            <pc:docMk/>
            <pc:sldMk cId="3138821904" sldId="292"/>
            <ac:picMk id="5" creationId="{D16BD5BD-FAB3-4F94-46FC-E57316EFC8D9}"/>
          </ac:picMkLst>
        </pc:picChg>
        <pc:picChg chg="add mod">
          <ac:chgData name="Harry Alexander Chandler Carey" userId="a5921fd0-d308-41d6-8c9c-7f73dc344b08" providerId="ADAL" clId="{CB79EBF8-FF76-44E1-A254-0B9A5B75A2AF}" dt="2024-12-09T11:00:19.929" v="3959"/>
          <ac:picMkLst>
            <pc:docMk/>
            <pc:sldMk cId="3138821904" sldId="292"/>
            <ac:picMk id="6" creationId="{2504E54E-756D-A468-70F3-18F4AD810737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09T11:03:30.048" v="4208" actId="20577"/>
        <pc:sldMkLst>
          <pc:docMk/>
          <pc:sldMk cId="1627439325" sldId="293"/>
        </pc:sldMkLst>
        <pc:spChg chg="mod">
          <ac:chgData name="Harry Alexander Chandler Carey" userId="a5921fd0-d308-41d6-8c9c-7f73dc344b08" providerId="ADAL" clId="{CB79EBF8-FF76-44E1-A254-0B9A5B75A2AF}" dt="2024-12-09T11:03:30.048" v="4208" actId="20577"/>
          <ac:spMkLst>
            <pc:docMk/>
            <pc:sldMk cId="1627439325" sldId="293"/>
            <ac:spMk id="3" creationId="{53FB6C65-4C07-A724-3390-ABF9C9C690BA}"/>
          </ac:spMkLst>
        </pc:spChg>
        <pc:picChg chg="del">
          <ac:chgData name="Harry Alexander Chandler Carey" userId="a5921fd0-d308-41d6-8c9c-7f73dc344b08" providerId="ADAL" clId="{CB79EBF8-FF76-44E1-A254-0B9A5B75A2AF}" dt="2024-12-09T11:00:43.059" v="4026" actId="478"/>
          <ac:picMkLst>
            <pc:docMk/>
            <pc:sldMk cId="1627439325" sldId="293"/>
            <ac:picMk id="5" creationId="{D16BD5BD-FAB3-4F94-46FC-E57316EFC8D9}"/>
          </ac:picMkLst>
        </pc:picChg>
        <pc:picChg chg="add mod">
          <ac:chgData name="Harry Alexander Chandler Carey" userId="a5921fd0-d308-41d6-8c9c-7f73dc344b08" providerId="ADAL" clId="{CB79EBF8-FF76-44E1-A254-0B9A5B75A2AF}" dt="2024-12-09T11:03:18.968" v="4153" actId="1076"/>
          <ac:picMkLst>
            <pc:docMk/>
            <pc:sldMk cId="1627439325" sldId="293"/>
            <ac:picMk id="6" creationId="{EE0A6357-CF35-26B6-CB8A-EEB9271B0FBC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09T11:04:26.718" v="4262" actId="1076"/>
        <pc:sldMkLst>
          <pc:docMk/>
          <pc:sldMk cId="1333913572" sldId="294"/>
        </pc:sldMkLst>
        <pc:spChg chg="mod">
          <ac:chgData name="Harry Alexander Chandler Carey" userId="a5921fd0-d308-41d6-8c9c-7f73dc344b08" providerId="ADAL" clId="{CB79EBF8-FF76-44E1-A254-0B9A5B75A2AF}" dt="2024-12-09T11:03:49.595" v="4257" actId="20577"/>
          <ac:spMkLst>
            <pc:docMk/>
            <pc:sldMk cId="1333913572" sldId="294"/>
            <ac:spMk id="3" creationId="{53FB6C65-4C07-A724-3390-ABF9C9C690BA}"/>
          </ac:spMkLst>
        </pc:spChg>
        <pc:picChg chg="add mod">
          <ac:chgData name="Harry Alexander Chandler Carey" userId="a5921fd0-d308-41d6-8c9c-7f73dc344b08" providerId="ADAL" clId="{CB79EBF8-FF76-44E1-A254-0B9A5B75A2AF}" dt="2024-12-09T11:04:26.718" v="4262" actId="1076"/>
          <ac:picMkLst>
            <pc:docMk/>
            <pc:sldMk cId="1333913572" sldId="294"/>
            <ac:picMk id="5" creationId="{C8B167B7-4449-E40A-2EAF-F61C40340FDA}"/>
          </ac:picMkLst>
        </pc:picChg>
        <pc:picChg chg="del mod">
          <ac:chgData name="Harry Alexander Chandler Carey" userId="a5921fd0-d308-41d6-8c9c-7f73dc344b08" providerId="ADAL" clId="{CB79EBF8-FF76-44E1-A254-0B9A5B75A2AF}" dt="2024-12-09T11:03:52.350" v="4258" actId="478"/>
          <ac:picMkLst>
            <pc:docMk/>
            <pc:sldMk cId="1333913572" sldId="294"/>
            <ac:picMk id="6" creationId="{EE0A6357-CF35-26B6-CB8A-EEB9271B0FBC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5:17.055" v="10585" actId="20577"/>
        <pc:sldMkLst>
          <pc:docMk/>
          <pc:sldMk cId="3717037051" sldId="295"/>
        </pc:sldMkLst>
        <pc:spChg chg="mod">
          <ac:chgData name="Harry Alexander Chandler Carey" userId="a5921fd0-d308-41d6-8c9c-7f73dc344b08" providerId="ADAL" clId="{CB79EBF8-FF76-44E1-A254-0B9A5B75A2AF}" dt="2024-12-10T01:45:17.055" v="10585" actId="20577"/>
          <ac:spMkLst>
            <pc:docMk/>
            <pc:sldMk cId="3717037051" sldId="295"/>
            <ac:spMk id="2" creationId="{27C85C38-5BE6-E60C-307E-F9400FA37D91}"/>
          </ac:spMkLst>
        </pc:spChg>
        <pc:spChg chg="mod">
          <ac:chgData name="Harry Alexander Chandler Carey" userId="a5921fd0-d308-41d6-8c9c-7f73dc344b08" providerId="ADAL" clId="{CB79EBF8-FF76-44E1-A254-0B9A5B75A2AF}" dt="2024-12-09T11:05:02.418" v="4342" actId="20577"/>
          <ac:spMkLst>
            <pc:docMk/>
            <pc:sldMk cId="3717037051" sldId="295"/>
            <ac:spMk id="3" creationId="{E1FEC7E5-23EB-FDED-7D6C-1253E8D91D60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09T11:21:08.493" v="5065" actId="27636"/>
        <pc:sldMkLst>
          <pc:docMk/>
          <pc:sldMk cId="1017317992" sldId="296"/>
        </pc:sldMkLst>
        <pc:spChg chg="mod">
          <ac:chgData name="Harry Alexander Chandler Carey" userId="a5921fd0-d308-41d6-8c9c-7f73dc344b08" providerId="ADAL" clId="{CB79EBF8-FF76-44E1-A254-0B9A5B75A2AF}" dt="2024-12-09T11:06:32.092" v="4385" actId="20577"/>
          <ac:spMkLst>
            <pc:docMk/>
            <pc:sldMk cId="1017317992" sldId="296"/>
            <ac:spMk id="2" creationId="{40F52B52-BCB9-3B52-A056-2C179C250244}"/>
          </ac:spMkLst>
        </pc:spChg>
        <pc:spChg chg="mod">
          <ac:chgData name="Harry Alexander Chandler Carey" userId="a5921fd0-d308-41d6-8c9c-7f73dc344b08" providerId="ADAL" clId="{CB79EBF8-FF76-44E1-A254-0B9A5B75A2AF}" dt="2024-12-09T11:21:08.493" v="5065" actId="27636"/>
          <ac:spMkLst>
            <pc:docMk/>
            <pc:sldMk cId="1017317992" sldId="296"/>
            <ac:spMk id="3" creationId="{3BD297F0-E37B-FC43-2044-A4E01E1A79AC}"/>
          </ac:spMkLst>
        </pc:spChg>
      </pc:sldChg>
      <pc:sldChg chg="addSp delSp modSp new mod">
        <pc:chgData name="Harry Alexander Chandler Carey" userId="a5921fd0-d308-41d6-8c9c-7f73dc344b08" providerId="ADAL" clId="{CB79EBF8-FF76-44E1-A254-0B9A5B75A2AF}" dt="2024-12-09T11:13:50.831" v="4968" actId="1076"/>
        <pc:sldMkLst>
          <pc:docMk/>
          <pc:sldMk cId="3310140192" sldId="297"/>
        </pc:sldMkLst>
        <pc:spChg chg="mod">
          <ac:chgData name="Harry Alexander Chandler Carey" userId="a5921fd0-d308-41d6-8c9c-7f73dc344b08" providerId="ADAL" clId="{CB79EBF8-FF76-44E1-A254-0B9A5B75A2AF}" dt="2024-12-09T11:11:58.546" v="4959" actId="20577"/>
          <ac:spMkLst>
            <pc:docMk/>
            <pc:sldMk cId="3310140192" sldId="297"/>
            <ac:spMk id="2" creationId="{7468CF82-590E-F5AD-5FFC-23A8B51F26FE}"/>
          </ac:spMkLst>
        </pc:spChg>
        <pc:spChg chg="mod">
          <ac:chgData name="Harry Alexander Chandler Carey" userId="a5921fd0-d308-41d6-8c9c-7f73dc344b08" providerId="ADAL" clId="{CB79EBF8-FF76-44E1-A254-0B9A5B75A2AF}" dt="2024-12-09T11:12:03.509" v="4960"/>
          <ac:spMkLst>
            <pc:docMk/>
            <pc:sldMk cId="3310140192" sldId="297"/>
            <ac:spMk id="3" creationId="{53680A4D-386D-555B-D20E-6459165C0BBF}"/>
          </ac:spMkLst>
        </pc:spChg>
        <pc:picChg chg="add del mod">
          <ac:chgData name="Harry Alexander Chandler Carey" userId="a5921fd0-d308-41d6-8c9c-7f73dc344b08" providerId="ADAL" clId="{CB79EBF8-FF76-44E1-A254-0B9A5B75A2AF}" dt="2024-12-09T11:13:26.225" v="4964" actId="478"/>
          <ac:picMkLst>
            <pc:docMk/>
            <pc:sldMk cId="3310140192" sldId="297"/>
            <ac:picMk id="5" creationId="{9E2C0316-21F2-C798-5C10-B29BC5A7BF59}"/>
          </ac:picMkLst>
        </pc:picChg>
        <pc:picChg chg="add mod">
          <ac:chgData name="Harry Alexander Chandler Carey" userId="a5921fd0-d308-41d6-8c9c-7f73dc344b08" providerId="ADAL" clId="{CB79EBF8-FF76-44E1-A254-0B9A5B75A2AF}" dt="2024-12-09T11:13:50.831" v="4968" actId="1076"/>
          <ac:picMkLst>
            <pc:docMk/>
            <pc:sldMk cId="3310140192" sldId="297"/>
            <ac:picMk id="7" creationId="{66D7A63C-9E5E-7ED3-C8AE-E4584A644197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09T11:17:36.644" v="4991" actId="1076"/>
        <pc:sldMkLst>
          <pc:docMk/>
          <pc:sldMk cId="444479041" sldId="298"/>
        </pc:sldMkLst>
        <pc:spChg chg="mod">
          <ac:chgData name="Harry Alexander Chandler Carey" userId="a5921fd0-d308-41d6-8c9c-7f73dc344b08" providerId="ADAL" clId="{CB79EBF8-FF76-44E1-A254-0B9A5B75A2AF}" dt="2024-12-09T11:15:47.819" v="4974" actId="20577"/>
          <ac:spMkLst>
            <pc:docMk/>
            <pc:sldMk cId="444479041" sldId="298"/>
            <ac:spMk id="2" creationId="{7468CF82-590E-F5AD-5FFC-23A8B51F26FE}"/>
          </ac:spMkLst>
        </pc:spChg>
        <pc:spChg chg="mod">
          <ac:chgData name="Harry Alexander Chandler Carey" userId="a5921fd0-d308-41d6-8c9c-7f73dc344b08" providerId="ADAL" clId="{CB79EBF8-FF76-44E1-A254-0B9A5B75A2AF}" dt="2024-12-09T11:17:01.164" v="4982" actId="21"/>
          <ac:spMkLst>
            <pc:docMk/>
            <pc:sldMk cId="444479041" sldId="298"/>
            <ac:spMk id="3" creationId="{53680A4D-386D-555B-D20E-6459165C0BBF}"/>
          </ac:spMkLst>
        </pc:spChg>
        <pc:picChg chg="add mod">
          <ac:chgData name="Harry Alexander Chandler Carey" userId="a5921fd0-d308-41d6-8c9c-7f73dc344b08" providerId="ADAL" clId="{CB79EBF8-FF76-44E1-A254-0B9A5B75A2AF}" dt="2024-12-09T11:17:36.644" v="4991" actId="1076"/>
          <ac:picMkLst>
            <pc:docMk/>
            <pc:sldMk cId="444479041" sldId="298"/>
            <ac:picMk id="5" creationId="{4CDDB7C8-9AA1-F13F-A625-776350C94A92}"/>
          </ac:picMkLst>
        </pc:picChg>
        <pc:picChg chg="del">
          <ac:chgData name="Harry Alexander Chandler Carey" userId="a5921fd0-d308-41d6-8c9c-7f73dc344b08" providerId="ADAL" clId="{CB79EBF8-FF76-44E1-A254-0B9A5B75A2AF}" dt="2024-12-09T11:17:31.994" v="4988" actId="478"/>
          <ac:picMkLst>
            <pc:docMk/>
            <pc:sldMk cId="444479041" sldId="298"/>
            <ac:picMk id="7" creationId="{66D7A63C-9E5E-7ED3-C8AE-E4584A644197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09T11:21:16.997" v="5067" actId="14100"/>
        <pc:sldMkLst>
          <pc:docMk/>
          <pc:sldMk cId="2623284849" sldId="299"/>
        </pc:sldMkLst>
        <pc:spChg chg="mod">
          <ac:chgData name="Harry Alexander Chandler Carey" userId="a5921fd0-d308-41d6-8c9c-7f73dc344b08" providerId="ADAL" clId="{CB79EBF8-FF76-44E1-A254-0B9A5B75A2AF}" dt="2024-12-09T11:17:53.054" v="5003" actId="20577"/>
          <ac:spMkLst>
            <pc:docMk/>
            <pc:sldMk cId="2623284849" sldId="299"/>
            <ac:spMk id="2" creationId="{7468CF82-590E-F5AD-5FFC-23A8B51F26FE}"/>
          </ac:spMkLst>
        </pc:spChg>
        <pc:spChg chg="mod">
          <ac:chgData name="Harry Alexander Chandler Carey" userId="a5921fd0-d308-41d6-8c9c-7f73dc344b08" providerId="ADAL" clId="{CB79EBF8-FF76-44E1-A254-0B9A5B75A2AF}" dt="2024-12-09T11:21:01.863" v="5063" actId="20577"/>
          <ac:spMkLst>
            <pc:docMk/>
            <pc:sldMk cId="2623284849" sldId="299"/>
            <ac:spMk id="3" creationId="{53680A4D-386D-555B-D20E-6459165C0BBF}"/>
          </ac:spMkLst>
        </pc:spChg>
        <pc:picChg chg="del">
          <ac:chgData name="Harry Alexander Chandler Carey" userId="a5921fd0-d308-41d6-8c9c-7f73dc344b08" providerId="ADAL" clId="{CB79EBF8-FF76-44E1-A254-0B9A5B75A2AF}" dt="2024-12-09T11:18:05.140" v="5005" actId="478"/>
          <ac:picMkLst>
            <pc:docMk/>
            <pc:sldMk cId="2623284849" sldId="299"/>
            <ac:picMk id="5" creationId="{4CDDB7C8-9AA1-F13F-A625-776350C94A92}"/>
          </ac:picMkLst>
        </pc:picChg>
        <pc:picChg chg="add mod">
          <ac:chgData name="Harry Alexander Chandler Carey" userId="a5921fd0-d308-41d6-8c9c-7f73dc344b08" providerId="ADAL" clId="{CB79EBF8-FF76-44E1-A254-0B9A5B75A2AF}" dt="2024-12-09T11:21:16.997" v="5067" actId="14100"/>
          <ac:picMkLst>
            <pc:docMk/>
            <pc:sldMk cId="2623284849" sldId="299"/>
            <ac:picMk id="6" creationId="{ED106AFD-A197-3917-DAFE-B57EB1AFB87E}"/>
          </ac:picMkLst>
        </pc:picChg>
      </pc:sldChg>
      <pc:sldChg chg="addSp delSp modSp new del mod">
        <pc:chgData name="Harry Alexander Chandler Carey" userId="a5921fd0-d308-41d6-8c9c-7f73dc344b08" providerId="ADAL" clId="{CB79EBF8-FF76-44E1-A254-0B9A5B75A2AF}" dt="2024-12-09T11:17:38.534" v="4992" actId="47"/>
        <pc:sldMkLst>
          <pc:docMk/>
          <pc:sldMk cId="4053841637" sldId="299"/>
        </pc:sldMkLst>
        <pc:spChg chg="del">
          <ac:chgData name="Harry Alexander Chandler Carey" userId="a5921fd0-d308-41d6-8c9c-7f73dc344b08" providerId="ADAL" clId="{CB79EBF8-FF76-44E1-A254-0B9A5B75A2AF}" dt="2024-12-09T11:16:47.830" v="4977" actId="22"/>
          <ac:spMkLst>
            <pc:docMk/>
            <pc:sldMk cId="4053841637" sldId="299"/>
            <ac:spMk id="3" creationId="{8EBB2E35-8803-FA51-CF33-453508684415}"/>
          </ac:spMkLst>
        </pc:spChg>
        <pc:spChg chg="add del">
          <ac:chgData name="Harry Alexander Chandler Carey" userId="a5921fd0-d308-41d6-8c9c-7f73dc344b08" providerId="ADAL" clId="{CB79EBF8-FF76-44E1-A254-0B9A5B75A2AF}" dt="2024-12-09T11:16:56.564" v="4981" actId="22"/>
          <ac:spMkLst>
            <pc:docMk/>
            <pc:sldMk cId="4053841637" sldId="299"/>
            <ac:spMk id="7" creationId="{D2A6CCAD-C1F1-99F4-1F3F-B11F9C91BBE4}"/>
          </ac:spMkLst>
        </pc:spChg>
        <pc:spChg chg="add mod">
          <ac:chgData name="Harry Alexander Chandler Carey" userId="a5921fd0-d308-41d6-8c9c-7f73dc344b08" providerId="ADAL" clId="{CB79EBF8-FF76-44E1-A254-0B9A5B75A2AF}" dt="2024-12-09T11:17:26.514" v="4985" actId="1076"/>
          <ac:spMkLst>
            <pc:docMk/>
            <pc:sldMk cId="4053841637" sldId="299"/>
            <ac:spMk id="8" creationId="{86A739D3-C840-1F35-5A9B-DA372CAFAD7E}"/>
          </ac:spMkLst>
        </pc:spChg>
        <pc:spChg chg="add mod">
          <ac:chgData name="Harry Alexander Chandler Carey" userId="a5921fd0-d308-41d6-8c9c-7f73dc344b08" providerId="ADAL" clId="{CB79EBF8-FF76-44E1-A254-0B9A5B75A2AF}" dt="2024-12-09T11:17:28.209" v="4986" actId="21"/>
          <ac:spMkLst>
            <pc:docMk/>
            <pc:sldMk cId="4053841637" sldId="299"/>
            <ac:spMk id="10" creationId="{E4563845-3798-DC4C-4E8C-5EE939308008}"/>
          </ac:spMkLst>
        </pc:spChg>
        <pc:picChg chg="add del mod ord">
          <ac:chgData name="Harry Alexander Chandler Carey" userId="a5921fd0-d308-41d6-8c9c-7f73dc344b08" providerId="ADAL" clId="{CB79EBF8-FF76-44E1-A254-0B9A5B75A2AF}" dt="2024-12-09T11:17:28.209" v="4986" actId="21"/>
          <ac:picMkLst>
            <pc:docMk/>
            <pc:sldMk cId="4053841637" sldId="299"/>
            <ac:picMk id="5" creationId="{4CDDB7C8-9AA1-F13F-A625-776350C94A92}"/>
          </ac:picMkLst>
        </pc:picChg>
      </pc:sldChg>
      <pc:sldChg chg="addSp delSp modSp new mod">
        <pc:chgData name="Harry Alexander Chandler Carey" userId="a5921fd0-d308-41d6-8c9c-7f73dc344b08" providerId="ADAL" clId="{CB79EBF8-FF76-44E1-A254-0B9A5B75A2AF}" dt="2024-12-09T11:24:32.355" v="5276" actId="1076"/>
        <pc:sldMkLst>
          <pc:docMk/>
          <pc:sldMk cId="2496093490" sldId="300"/>
        </pc:sldMkLst>
        <pc:spChg chg="mod">
          <ac:chgData name="Harry Alexander Chandler Carey" userId="a5921fd0-d308-41d6-8c9c-7f73dc344b08" providerId="ADAL" clId="{CB79EBF8-FF76-44E1-A254-0B9A5B75A2AF}" dt="2024-12-09T11:22:24.272" v="5096" actId="20577"/>
          <ac:spMkLst>
            <pc:docMk/>
            <pc:sldMk cId="2496093490" sldId="300"/>
            <ac:spMk id="2" creationId="{9C607B28-A871-F364-46CE-CF6FD138DA9F}"/>
          </ac:spMkLst>
        </pc:spChg>
        <pc:spChg chg="del">
          <ac:chgData name="Harry Alexander Chandler Carey" userId="a5921fd0-d308-41d6-8c9c-7f73dc344b08" providerId="ADAL" clId="{CB79EBF8-FF76-44E1-A254-0B9A5B75A2AF}" dt="2024-12-09T11:23:12.624" v="5097" actId="478"/>
          <ac:spMkLst>
            <pc:docMk/>
            <pc:sldMk cId="2496093490" sldId="300"/>
            <ac:spMk id="3" creationId="{CAEB1229-046F-1E2F-E655-75A92EE53A7E}"/>
          </ac:spMkLst>
        </pc:spChg>
        <pc:spChg chg="add del">
          <ac:chgData name="Harry Alexander Chandler Carey" userId="a5921fd0-d308-41d6-8c9c-7f73dc344b08" providerId="ADAL" clId="{CB79EBF8-FF76-44E1-A254-0B9A5B75A2AF}" dt="2024-12-09T11:23:36.152" v="5105" actId="478"/>
          <ac:spMkLst>
            <pc:docMk/>
            <pc:sldMk cId="2496093490" sldId="300"/>
            <ac:spMk id="7" creationId="{0E41ACF8-C528-9FB9-BE01-35F57548A014}"/>
          </ac:spMkLst>
        </pc:spChg>
        <pc:spChg chg="add mod">
          <ac:chgData name="Harry Alexander Chandler Carey" userId="a5921fd0-d308-41d6-8c9c-7f73dc344b08" providerId="ADAL" clId="{CB79EBF8-FF76-44E1-A254-0B9A5B75A2AF}" dt="2024-12-09T11:24:21.931" v="5274" actId="20577"/>
          <ac:spMkLst>
            <pc:docMk/>
            <pc:sldMk cId="2496093490" sldId="300"/>
            <ac:spMk id="8" creationId="{156D414D-B67A-4E4E-F0AD-526E3EC12132}"/>
          </ac:spMkLst>
        </pc:spChg>
        <pc:picChg chg="add mod">
          <ac:chgData name="Harry Alexander Chandler Carey" userId="a5921fd0-d308-41d6-8c9c-7f73dc344b08" providerId="ADAL" clId="{CB79EBF8-FF76-44E1-A254-0B9A5B75A2AF}" dt="2024-12-09T11:24:32.355" v="5276" actId="1076"/>
          <ac:picMkLst>
            <pc:docMk/>
            <pc:sldMk cId="2496093490" sldId="300"/>
            <ac:picMk id="5" creationId="{3690DA48-2CF3-8581-0C15-5BF411EFCF2E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09T13:15:42.056" v="9063" actId="20577"/>
        <pc:sldMkLst>
          <pc:docMk/>
          <pc:sldMk cId="790480438" sldId="301"/>
        </pc:sldMkLst>
        <pc:spChg chg="mod">
          <ac:chgData name="Harry Alexander Chandler Carey" userId="a5921fd0-d308-41d6-8c9c-7f73dc344b08" providerId="ADAL" clId="{CB79EBF8-FF76-44E1-A254-0B9A5B75A2AF}" dt="2024-12-09T13:14:46.559" v="8943" actId="20577"/>
          <ac:spMkLst>
            <pc:docMk/>
            <pc:sldMk cId="790480438" sldId="301"/>
            <ac:spMk id="2" creationId="{8C86D370-4204-B6C4-A8F1-ACD33BB0084D}"/>
          </ac:spMkLst>
        </pc:spChg>
        <pc:spChg chg="mod">
          <ac:chgData name="Harry Alexander Chandler Carey" userId="a5921fd0-d308-41d6-8c9c-7f73dc344b08" providerId="ADAL" clId="{CB79EBF8-FF76-44E1-A254-0B9A5B75A2AF}" dt="2024-12-09T13:15:42.056" v="9063" actId="20577"/>
          <ac:spMkLst>
            <pc:docMk/>
            <pc:sldMk cId="790480438" sldId="301"/>
            <ac:spMk id="3" creationId="{F16C45B3-F5DE-F099-C612-78AC51A8EE48}"/>
          </ac:spMkLst>
        </pc:spChg>
      </pc:sldChg>
      <pc:sldChg chg="new del">
        <pc:chgData name="Harry Alexander Chandler Carey" userId="a5921fd0-d308-41d6-8c9c-7f73dc344b08" providerId="ADAL" clId="{CB79EBF8-FF76-44E1-A254-0B9A5B75A2AF}" dt="2024-12-09T11:36:04.758" v="5837" actId="47"/>
        <pc:sldMkLst>
          <pc:docMk/>
          <pc:sldMk cId="4218744278" sldId="302"/>
        </pc:sldMkLst>
      </pc:sldChg>
      <pc:sldChg chg="modSp add mod">
        <pc:chgData name="Harry Alexander Chandler Carey" userId="a5921fd0-d308-41d6-8c9c-7f73dc344b08" providerId="ADAL" clId="{CB79EBF8-FF76-44E1-A254-0B9A5B75A2AF}" dt="2024-12-09T11:35:52.508" v="5836" actId="20577"/>
        <pc:sldMkLst>
          <pc:docMk/>
          <pc:sldMk cId="419120193" sldId="303"/>
        </pc:sldMkLst>
        <pc:spChg chg="mod">
          <ac:chgData name="Harry Alexander Chandler Carey" userId="a5921fd0-d308-41d6-8c9c-7f73dc344b08" providerId="ADAL" clId="{CB79EBF8-FF76-44E1-A254-0B9A5B75A2AF}" dt="2024-12-09T11:35:52.508" v="5836" actId="20577"/>
          <ac:spMkLst>
            <pc:docMk/>
            <pc:sldMk cId="419120193" sldId="303"/>
            <ac:spMk id="3" creationId="{70C87B70-E77C-BC6A-EA00-5132DA3A1461}"/>
          </ac:spMkLst>
        </pc:spChg>
      </pc:sldChg>
      <pc:sldChg chg="addSp delSp modSp new mod">
        <pc:chgData name="Harry Alexander Chandler Carey" userId="a5921fd0-d308-41d6-8c9c-7f73dc344b08" providerId="ADAL" clId="{CB79EBF8-FF76-44E1-A254-0B9A5B75A2AF}" dt="2024-12-09T12:13:25.269" v="6773" actId="1076"/>
        <pc:sldMkLst>
          <pc:docMk/>
          <pc:sldMk cId="2854283995" sldId="304"/>
        </pc:sldMkLst>
        <pc:spChg chg="mod">
          <ac:chgData name="Harry Alexander Chandler Carey" userId="a5921fd0-d308-41d6-8c9c-7f73dc344b08" providerId="ADAL" clId="{CB79EBF8-FF76-44E1-A254-0B9A5B75A2AF}" dt="2024-12-09T11:59:12.611" v="6165" actId="20577"/>
          <ac:spMkLst>
            <pc:docMk/>
            <pc:sldMk cId="2854283995" sldId="304"/>
            <ac:spMk id="2" creationId="{3F9C6105-CC89-BA52-A90B-767343C9D60C}"/>
          </ac:spMkLst>
        </pc:spChg>
        <pc:spChg chg="mod">
          <ac:chgData name="Harry Alexander Chandler Carey" userId="a5921fd0-d308-41d6-8c9c-7f73dc344b08" providerId="ADAL" clId="{CB79EBF8-FF76-44E1-A254-0B9A5B75A2AF}" dt="2024-12-09T11:53:15.083" v="6058" actId="20577"/>
          <ac:spMkLst>
            <pc:docMk/>
            <pc:sldMk cId="2854283995" sldId="304"/>
            <ac:spMk id="3" creationId="{DDA60432-8403-D824-7613-5F6088B4B749}"/>
          </ac:spMkLst>
        </pc:spChg>
        <pc:picChg chg="add mod">
          <ac:chgData name="Harry Alexander Chandler Carey" userId="a5921fd0-d308-41d6-8c9c-7f73dc344b08" providerId="ADAL" clId="{CB79EBF8-FF76-44E1-A254-0B9A5B75A2AF}" dt="2024-12-09T12:13:25.269" v="6773" actId="1076"/>
          <ac:picMkLst>
            <pc:docMk/>
            <pc:sldMk cId="2854283995" sldId="304"/>
            <ac:picMk id="5" creationId="{64527252-9BB5-7CF7-643A-862C6D1CDB44}"/>
          </ac:picMkLst>
        </pc:picChg>
        <pc:picChg chg="add del mod">
          <ac:chgData name="Harry Alexander Chandler Carey" userId="a5921fd0-d308-41d6-8c9c-7f73dc344b08" providerId="ADAL" clId="{CB79EBF8-FF76-44E1-A254-0B9A5B75A2AF}" dt="2024-12-09T12:13:13.977" v="6769" actId="478"/>
          <ac:picMkLst>
            <pc:docMk/>
            <pc:sldMk cId="2854283995" sldId="304"/>
            <ac:picMk id="7" creationId="{3D1F69C8-47B0-DEFE-E5C1-6F0AA81E1E97}"/>
          </ac:picMkLst>
        </pc:picChg>
        <pc:picChg chg="add mod">
          <ac:chgData name="Harry Alexander Chandler Carey" userId="a5921fd0-d308-41d6-8c9c-7f73dc344b08" providerId="ADAL" clId="{CB79EBF8-FF76-44E1-A254-0B9A5B75A2AF}" dt="2024-12-09T12:13:22.266" v="6772" actId="14100"/>
          <ac:picMkLst>
            <pc:docMk/>
            <pc:sldMk cId="2854283995" sldId="304"/>
            <ac:picMk id="9" creationId="{14C5FA44-ACB3-2A2C-4311-F2EEBEADB754}"/>
          </ac:picMkLst>
        </pc:picChg>
      </pc:sldChg>
      <pc:sldChg chg="addSp modSp new mod">
        <pc:chgData name="Harry Alexander Chandler Carey" userId="a5921fd0-d308-41d6-8c9c-7f73dc344b08" providerId="ADAL" clId="{CB79EBF8-FF76-44E1-A254-0B9A5B75A2AF}" dt="2024-12-09T12:17:16.455" v="7025" actId="20577"/>
        <pc:sldMkLst>
          <pc:docMk/>
          <pc:sldMk cId="3738866741" sldId="305"/>
        </pc:sldMkLst>
        <pc:spChg chg="mod">
          <ac:chgData name="Harry Alexander Chandler Carey" userId="a5921fd0-d308-41d6-8c9c-7f73dc344b08" providerId="ADAL" clId="{CB79EBF8-FF76-44E1-A254-0B9A5B75A2AF}" dt="2024-12-09T11:55:48.432" v="6071" actId="20577"/>
          <ac:spMkLst>
            <pc:docMk/>
            <pc:sldMk cId="3738866741" sldId="305"/>
            <ac:spMk id="2" creationId="{0F50D580-08A0-AFE7-1BD9-C550C297C476}"/>
          </ac:spMkLst>
        </pc:spChg>
        <pc:spChg chg="mod">
          <ac:chgData name="Harry Alexander Chandler Carey" userId="a5921fd0-d308-41d6-8c9c-7f73dc344b08" providerId="ADAL" clId="{CB79EBF8-FF76-44E1-A254-0B9A5B75A2AF}" dt="2024-12-09T12:17:16.455" v="7025" actId="20577"/>
          <ac:spMkLst>
            <pc:docMk/>
            <pc:sldMk cId="3738866741" sldId="305"/>
            <ac:spMk id="3" creationId="{2C62CB30-FA88-620B-F68B-F09E55CF4488}"/>
          </ac:spMkLst>
        </pc:spChg>
        <pc:picChg chg="add mod">
          <ac:chgData name="Harry Alexander Chandler Carey" userId="a5921fd0-d308-41d6-8c9c-7f73dc344b08" providerId="ADAL" clId="{CB79EBF8-FF76-44E1-A254-0B9A5B75A2AF}" dt="2024-12-09T12:16:21.475" v="6915" actId="1076"/>
          <ac:picMkLst>
            <pc:docMk/>
            <pc:sldMk cId="3738866741" sldId="305"/>
            <ac:picMk id="5" creationId="{C8858D77-9A49-2E06-2006-8CD5422C6F16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5:21.685" v="10588" actId="20577"/>
        <pc:sldMkLst>
          <pc:docMk/>
          <pc:sldMk cId="4260647751" sldId="306"/>
        </pc:sldMkLst>
        <pc:spChg chg="mod">
          <ac:chgData name="Harry Alexander Chandler Carey" userId="a5921fd0-d308-41d6-8c9c-7f73dc344b08" providerId="ADAL" clId="{CB79EBF8-FF76-44E1-A254-0B9A5B75A2AF}" dt="2024-12-10T01:45:21.685" v="10588" actId="20577"/>
          <ac:spMkLst>
            <pc:docMk/>
            <pc:sldMk cId="4260647751" sldId="306"/>
            <ac:spMk id="2" creationId="{22D2CCAF-748F-5ADD-67B7-91C5B3896A69}"/>
          </ac:spMkLst>
        </pc:spChg>
        <pc:spChg chg="mod">
          <ac:chgData name="Harry Alexander Chandler Carey" userId="a5921fd0-d308-41d6-8c9c-7f73dc344b08" providerId="ADAL" clId="{CB79EBF8-FF76-44E1-A254-0B9A5B75A2AF}" dt="2024-12-09T12:00:23.390" v="6311" actId="20577"/>
          <ac:spMkLst>
            <pc:docMk/>
            <pc:sldMk cId="4260647751" sldId="306"/>
            <ac:spMk id="3" creationId="{621DC596-7B6B-706E-CEDB-74EF19763A6B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09T13:10:27.020" v="8900" actId="20577"/>
        <pc:sldMkLst>
          <pc:docMk/>
          <pc:sldMk cId="1371291672" sldId="307"/>
        </pc:sldMkLst>
        <pc:spChg chg="mod">
          <ac:chgData name="Harry Alexander Chandler Carey" userId="a5921fd0-d308-41d6-8c9c-7f73dc344b08" providerId="ADAL" clId="{CB79EBF8-FF76-44E1-A254-0B9A5B75A2AF}" dt="2024-12-09T12:00:41.490" v="6355" actId="20577"/>
          <ac:spMkLst>
            <pc:docMk/>
            <pc:sldMk cId="1371291672" sldId="307"/>
            <ac:spMk id="2" creationId="{98037374-6C2B-C577-A92F-808978478892}"/>
          </ac:spMkLst>
        </pc:spChg>
        <pc:spChg chg="mod">
          <ac:chgData name="Harry Alexander Chandler Carey" userId="a5921fd0-d308-41d6-8c9c-7f73dc344b08" providerId="ADAL" clId="{CB79EBF8-FF76-44E1-A254-0B9A5B75A2AF}" dt="2024-12-09T13:10:27.020" v="8900" actId="20577"/>
          <ac:spMkLst>
            <pc:docMk/>
            <pc:sldMk cId="1371291672" sldId="307"/>
            <ac:spMk id="3" creationId="{0F152B68-E96D-E777-5EEA-3333B80CCFC8}"/>
          </ac:spMkLst>
        </pc:spChg>
      </pc:sldChg>
      <pc:sldChg chg="addSp del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2036303500" sldId="308"/>
        </pc:sldMkLst>
        <pc:spChg chg="mod">
          <ac:chgData name="Harry Alexander Chandler Carey" userId="a5921fd0-d308-41d6-8c9c-7f73dc344b08" providerId="ADAL" clId="{CB79EBF8-FF76-44E1-A254-0B9A5B75A2AF}" dt="2024-12-09T12:20:03.089" v="7079" actId="20577"/>
          <ac:spMkLst>
            <pc:docMk/>
            <pc:sldMk cId="2036303500" sldId="308"/>
            <ac:spMk id="2" creationId="{95CB80AB-9F8E-28E7-7249-27072504E26E}"/>
          </ac:spMkLst>
        </pc:spChg>
        <pc:spChg chg="del">
          <ac:chgData name="Harry Alexander Chandler Carey" userId="a5921fd0-d308-41d6-8c9c-7f73dc344b08" providerId="ADAL" clId="{CB79EBF8-FF76-44E1-A254-0B9A5B75A2AF}" dt="2024-12-09T12:15:10.127" v="6905" actId="478"/>
          <ac:spMkLst>
            <pc:docMk/>
            <pc:sldMk cId="2036303500" sldId="308"/>
            <ac:spMk id="3" creationId="{1766BCEA-4964-DFDA-9161-3C2738E174AA}"/>
          </ac:spMkLst>
        </pc:spChg>
        <pc:picChg chg="add del mod">
          <ac:chgData name="Harry Alexander Chandler Carey" userId="a5921fd0-d308-41d6-8c9c-7f73dc344b08" providerId="ADAL" clId="{CB79EBF8-FF76-44E1-A254-0B9A5B75A2AF}" dt="2024-12-09T12:19:35.137" v="7073" actId="478"/>
          <ac:picMkLst>
            <pc:docMk/>
            <pc:sldMk cId="2036303500" sldId="308"/>
            <ac:picMk id="5" creationId="{5FA4632F-59F6-2442-D752-F382197CF14D}"/>
          </ac:picMkLst>
        </pc:picChg>
        <pc:picChg chg="add mod">
          <ac:chgData name="Harry Alexander Chandler Carey" userId="a5921fd0-d308-41d6-8c9c-7f73dc344b08" providerId="ADAL" clId="{CB79EBF8-FF76-44E1-A254-0B9A5B75A2AF}" dt="2024-12-09T12:19:42.144" v="7077" actId="1076"/>
          <ac:picMkLst>
            <pc:docMk/>
            <pc:sldMk cId="2036303500" sldId="308"/>
            <ac:picMk id="7" creationId="{598B86FF-6F7C-72D7-A421-C3CE8EECF517}"/>
          </ac:picMkLst>
        </pc:picChg>
      </pc:sldChg>
      <pc:sldChg chg="addSp modSp new mod">
        <pc:chgData name="Harry Alexander Chandler Carey" userId="a5921fd0-d308-41d6-8c9c-7f73dc344b08" providerId="ADAL" clId="{CB79EBF8-FF76-44E1-A254-0B9A5B75A2AF}" dt="2024-12-09T12:14:31.586" v="6903" actId="1076"/>
        <pc:sldMkLst>
          <pc:docMk/>
          <pc:sldMk cId="2275834475" sldId="309"/>
        </pc:sldMkLst>
        <pc:spChg chg="mod">
          <ac:chgData name="Harry Alexander Chandler Carey" userId="a5921fd0-d308-41d6-8c9c-7f73dc344b08" providerId="ADAL" clId="{CB79EBF8-FF76-44E1-A254-0B9A5B75A2AF}" dt="2024-12-09T12:13:45.478" v="6791" actId="20577"/>
          <ac:spMkLst>
            <pc:docMk/>
            <pc:sldMk cId="2275834475" sldId="309"/>
            <ac:spMk id="2" creationId="{F0976933-7DAC-A78E-B68A-9675B8E233B2}"/>
          </ac:spMkLst>
        </pc:spChg>
        <pc:spChg chg="mod">
          <ac:chgData name="Harry Alexander Chandler Carey" userId="a5921fd0-d308-41d6-8c9c-7f73dc344b08" providerId="ADAL" clId="{CB79EBF8-FF76-44E1-A254-0B9A5B75A2AF}" dt="2024-12-09T12:14:06.256" v="6899" actId="20577"/>
          <ac:spMkLst>
            <pc:docMk/>
            <pc:sldMk cId="2275834475" sldId="309"/>
            <ac:spMk id="3" creationId="{BC3892A7-6AE5-5F1D-4C08-4E569F025697}"/>
          </ac:spMkLst>
        </pc:spChg>
        <pc:picChg chg="add mod">
          <ac:chgData name="Harry Alexander Chandler Carey" userId="a5921fd0-d308-41d6-8c9c-7f73dc344b08" providerId="ADAL" clId="{CB79EBF8-FF76-44E1-A254-0B9A5B75A2AF}" dt="2024-12-09T12:14:31.586" v="6903" actId="1076"/>
          <ac:picMkLst>
            <pc:docMk/>
            <pc:sldMk cId="2275834475" sldId="309"/>
            <ac:picMk id="5" creationId="{B6A21B68-FB5E-E918-BB00-69AB0D9682B2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4:50.536" v="10578" actId="20577"/>
        <pc:sldMkLst>
          <pc:docMk/>
          <pc:sldMk cId="2444957468" sldId="310"/>
        </pc:sldMkLst>
        <pc:spChg chg="mod">
          <ac:chgData name="Harry Alexander Chandler Carey" userId="a5921fd0-d308-41d6-8c9c-7f73dc344b08" providerId="ADAL" clId="{CB79EBF8-FF76-44E1-A254-0B9A5B75A2AF}" dt="2024-12-10T01:44:50.536" v="10578" actId="20577"/>
          <ac:spMkLst>
            <pc:docMk/>
            <pc:sldMk cId="2444957468" sldId="310"/>
            <ac:spMk id="2" creationId="{BC3B0E02-DE99-FAC8-8D25-CB7B6C9B2934}"/>
          </ac:spMkLst>
        </pc:spChg>
        <pc:spChg chg="mod">
          <ac:chgData name="Harry Alexander Chandler Carey" userId="a5921fd0-d308-41d6-8c9c-7f73dc344b08" providerId="ADAL" clId="{CB79EBF8-FF76-44E1-A254-0B9A5B75A2AF}" dt="2024-12-09T12:17:28.305" v="7061" actId="20577"/>
          <ac:spMkLst>
            <pc:docMk/>
            <pc:sldMk cId="2444957468" sldId="310"/>
            <ac:spMk id="3" creationId="{D315E95E-004E-1133-B6D5-02557B93AABE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2770655566" sldId="311"/>
        </pc:sldMkLst>
        <pc:spChg chg="mod">
          <ac:chgData name="Harry Alexander Chandler Carey" userId="a5921fd0-d308-41d6-8c9c-7f73dc344b08" providerId="ADAL" clId="{CB79EBF8-FF76-44E1-A254-0B9A5B75A2AF}" dt="2024-12-10T01:45:25.692" v="10590" actId="20577"/>
          <ac:spMkLst>
            <pc:docMk/>
            <pc:sldMk cId="2770655566" sldId="311"/>
            <ac:spMk id="2" creationId="{838E0BE2-7AF1-D035-C5C0-C67C107E7368}"/>
          </ac:spMkLst>
        </pc:spChg>
        <pc:spChg chg="mod">
          <ac:chgData name="Harry Alexander Chandler Carey" userId="a5921fd0-d308-41d6-8c9c-7f73dc344b08" providerId="ADAL" clId="{CB79EBF8-FF76-44E1-A254-0B9A5B75A2AF}" dt="2024-12-09T12:20:42.894" v="7176" actId="20577"/>
          <ac:spMkLst>
            <pc:docMk/>
            <pc:sldMk cId="2770655566" sldId="311"/>
            <ac:spMk id="3" creationId="{F7D5300F-5B0E-6FEC-9F58-0DBC1D85480B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407257773" sldId="312"/>
        </pc:sldMkLst>
        <pc:spChg chg="mod">
          <ac:chgData name="Harry Alexander Chandler Carey" userId="a5921fd0-d308-41d6-8c9c-7f73dc344b08" providerId="ADAL" clId="{CB79EBF8-FF76-44E1-A254-0B9A5B75A2AF}" dt="2024-12-10T01:45:30.634" v="10592" actId="20577"/>
          <ac:spMkLst>
            <pc:docMk/>
            <pc:sldMk cId="1407257773" sldId="312"/>
            <ac:spMk id="2" creationId="{9165285E-32DB-BAED-E75C-2B83997A0AF4}"/>
          </ac:spMkLst>
        </pc:spChg>
        <pc:spChg chg="mod">
          <ac:chgData name="Harry Alexander Chandler Carey" userId="a5921fd0-d308-41d6-8c9c-7f73dc344b08" providerId="ADAL" clId="{CB79EBF8-FF76-44E1-A254-0B9A5B75A2AF}" dt="2024-12-09T12:40:08.007" v="7625" actId="20577"/>
          <ac:spMkLst>
            <pc:docMk/>
            <pc:sldMk cId="1407257773" sldId="312"/>
            <ac:spMk id="3" creationId="{4B2B27BB-518F-618D-97F5-A67D54407C01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632233092" sldId="313"/>
        </pc:sldMkLst>
        <pc:spChg chg="mod">
          <ac:chgData name="Harry Alexander Chandler Carey" userId="a5921fd0-d308-41d6-8c9c-7f73dc344b08" providerId="ADAL" clId="{CB79EBF8-FF76-44E1-A254-0B9A5B75A2AF}" dt="2024-12-09T12:26:38.396" v="7327" actId="20577"/>
          <ac:spMkLst>
            <pc:docMk/>
            <pc:sldMk cId="1632233092" sldId="313"/>
            <ac:spMk id="2" creationId="{1C9051FE-39F3-9D59-A084-0562F9AAAE71}"/>
          </ac:spMkLst>
        </pc:spChg>
        <pc:spChg chg="mod">
          <ac:chgData name="Harry Alexander Chandler Carey" userId="a5921fd0-d308-41d6-8c9c-7f73dc344b08" providerId="ADAL" clId="{CB79EBF8-FF76-44E1-A254-0B9A5B75A2AF}" dt="2024-12-09T12:26:45.691" v="7373" actId="20577"/>
          <ac:spMkLst>
            <pc:docMk/>
            <pc:sldMk cId="1632233092" sldId="313"/>
            <ac:spMk id="3" creationId="{39ED4C06-8E38-4671-4E0D-CF27B03804BC}"/>
          </ac:spMkLst>
        </pc:sp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762774806" sldId="314"/>
        </pc:sldMkLst>
        <pc:spChg chg="mod">
          <ac:chgData name="Harry Alexander Chandler Carey" userId="a5921fd0-d308-41d6-8c9c-7f73dc344b08" providerId="ADAL" clId="{CB79EBF8-FF76-44E1-A254-0B9A5B75A2AF}" dt="2024-12-09T12:28:52.401" v="7405" actId="20577"/>
          <ac:spMkLst>
            <pc:docMk/>
            <pc:sldMk cId="762774806" sldId="314"/>
            <ac:spMk id="2" creationId="{E3EB9A4E-DE02-8103-E3EF-76FF81FDAF7C}"/>
          </ac:spMkLst>
        </pc:spChg>
        <pc:spChg chg="mod">
          <ac:chgData name="Harry Alexander Chandler Carey" userId="a5921fd0-d308-41d6-8c9c-7f73dc344b08" providerId="ADAL" clId="{CB79EBF8-FF76-44E1-A254-0B9A5B75A2AF}" dt="2024-12-09T12:42:33.658" v="7825" actId="313"/>
          <ac:spMkLst>
            <pc:docMk/>
            <pc:sldMk cId="762774806" sldId="314"/>
            <ac:spMk id="3" creationId="{0707BCFF-99A8-F9CF-F00A-70487C63E5CE}"/>
          </ac:spMkLst>
        </pc:spChg>
      </pc:sldChg>
      <pc:sldChg chg="add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2868713687" sldId="315"/>
        </pc:sldMkLst>
        <pc:spChg chg="mod">
          <ac:chgData name="Harry Alexander Chandler Carey" userId="a5921fd0-d308-41d6-8c9c-7f73dc344b08" providerId="ADAL" clId="{CB79EBF8-FF76-44E1-A254-0B9A5B75A2AF}" dt="2024-12-09T12:47:55.521" v="7855" actId="20577"/>
          <ac:spMkLst>
            <pc:docMk/>
            <pc:sldMk cId="2868713687" sldId="315"/>
            <ac:spMk id="2" creationId="{5FADB371-EBFB-35A8-BEA9-E7C38E8FF6CE}"/>
          </ac:spMkLst>
        </pc:spChg>
        <pc:spChg chg="mod">
          <ac:chgData name="Harry Alexander Chandler Carey" userId="a5921fd0-d308-41d6-8c9c-7f73dc344b08" providerId="ADAL" clId="{CB79EBF8-FF76-44E1-A254-0B9A5B75A2AF}" dt="2024-12-09T12:50:33.016" v="8068" actId="20577"/>
          <ac:spMkLst>
            <pc:docMk/>
            <pc:sldMk cId="2868713687" sldId="315"/>
            <ac:spMk id="3" creationId="{F3634201-0977-EAD6-2E02-3D5CEE3F0D86}"/>
          </ac:spMkLst>
        </pc:spChg>
        <pc:picChg chg="add mod">
          <ac:chgData name="Harry Alexander Chandler Carey" userId="a5921fd0-d308-41d6-8c9c-7f73dc344b08" providerId="ADAL" clId="{CB79EBF8-FF76-44E1-A254-0B9A5B75A2AF}" dt="2024-12-09T12:49:42.154" v="8057" actId="1076"/>
          <ac:picMkLst>
            <pc:docMk/>
            <pc:sldMk cId="2868713687" sldId="315"/>
            <ac:picMk id="5" creationId="{E82C0770-0587-E8FF-9C5B-CA7B01D38B29}"/>
          </ac:picMkLst>
        </pc:picChg>
      </pc:sldChg>
      <pc:sldChg chg="addSp del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3123199660" sldId="316"/>
        </pc:sldMkLst>
        <pc:spChg chg="del">
          <ac:chgData name="Harry Alexander Chandler Carey" userId="a5921fd0-d308-41d6-8c9c-7f73dc344b08" providerId="ADAL" clId="{CB79EBF8-FF76-44E1-A254-0B9A5B75A2AF}" dt="2024-12-09T12:52:43.605" v="8070" actId="478"/>
          <ac:spMkLst>
            <pc:docMk/>
            <pc:sldMk cId="3123199660" sldId="316"/>
            <ac:spMk id="2" creationId="{C7E1473E-F9E3-9F2F-23D7-C2F74549C488}"/>
          </ac:spMkLst>
        </pc:spChg>
        <pc:spChg chg="del">
          <ac:chgData name="Harry Alexander Chandler Carey" userId="a5921fd0-d308-41d6-8c9c-7f73dc344b08" providerId="ADAL" clId="{CB79EBF8-FF76-44E1-A254-0B9A5B75A2AF}" dt="2024-12-09T12:52:43.605" v="8070" actId="478"/>
          <ac:spMkLst>
            <pc:docMk/>
            <pc:sldMk cId="3123199660" sldId="316"/>
            <ac:spMk id="3" creationId="{D77E2F44-1D42-334E-2419-F7577686725D}"/>
          </ac:spMkLst>
        </pc:spChg>
        <pc:picChg chg="add mod">
          <ac:chgData name="Harry Alexander Chandler Carey" userId="a5921fd0-d308-41d6-8c9c-7f73dc344b08" providerId="ADAL" clId="{CB79EBF8-FF76-44E1-A254-0B9A5B75A2AF}" dt="2024-12-09T12:52:48.894" v="8074" actId="1076"/>
          <ac:picMkLst>
            <pc:docMk/>
            <pc:sldMk cId="3123199660" sldId="316"/>
            <ac:picMk id="5" creationId="{D35ED21C-E17F-11FF-9BE5-31A24C1FC4A7}"/>
          </ac:picMkLst>
        </pc:pic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3335470764" sldId="317"/>
        </pc:sldMkLst>
        <pc:spChg chg="mod">
          <ac:chgData name="Harry Alexander Chandler Carey" userId="a5921fd0-d308-41d6-8c9c-7f73dc344b08" providerId="ADAL" clId="{CB79EBF8-FF76-44E1-A254-0B9A5B75A2AF}" dt="2024-12-09T12:53:25.744" v="8104" actId="20577"/>
          <ac:spMkLst>
            <pc:docMk/>
            <pc:sldMk cId="3335470764" sldId="317"/>
            <ac:spMk id="2" creationId="{59FE6058-1549-6ABF-3F31-4C033D361355}"/>
          </ac:spMkLst>
        </pc:spChg>
        <pc:spChg chg="mod">
          <ac:chgData name="Harry Alexander Chandler Carey" userId="a5921fd0-d308-41d6-8c9c-7f73dc344b08" providerId="ADAL" clId="{CB79EBF8-FF76-44E1-A254-0B9A5B75A2AF}" dt="2024-12-09T12:54:12.773" v="8216" actId="20577"/>
          <ac:spMkLst>
            <pc:docMk/>
            <pc:sldMk cId="3335470764" sldId="317"/>
            <ac:spMk id="3" creationId="{A0BC2263-A50D-A155-FEDE-0CC4CDE60B1E}"/>
          </ac:spMkLst>
        </pc:spChg>
      </pc:sldChg>
      <pc:sldChg chg="addSp del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720403296" sldId="318"/>
        </pc:sldMkLst>
        <pc:spChg chg="del">
          <ac:chgData name="Harry Alexander Chandler Carey" userId="a5921fd0-d308-41d6-8c9c-7f73dc344b08" providerId="ADAL" clId="{CB79EBF8-FF76-44E1-A254-0B9A5B75A2AF}" dt="2024-12-09T12:54:57.593" v="8218" actId="478"/>
          <ac:spMkLst>
            <pc:docMk/>
            <pc:sldMk cId="1720403296" sldId="318"/>
            <ac:spMk id="2" creationId="{042DE929-3D89-8E21-166D-4159CE4E059A}"/>
          </ac:spMkLst>
        </pc:spChg>
        <pc:spChg chg="del">
          <ac:chgData name="Harry Alexander Chandler Carey" userId="a5921fd0-d308-41d6-8c9c-7f73dc344b08" providerId="ADAL" clId="{CB79EBF8-FF76-44E1-A254-0B9A5B75A2AF}" dt="2024-12-09T12:54:57.593" v="8218" actId="478"/>
          <ac:spMkLst>
            <pc:docMk/>
            <pc:sldMk cId="1720403296" sldId="318"/>
            <ac:spMk id="3" creationId="{CC89CDF8-189A-E54C-8282-60361B5BA700}"/>
          </ac:spMkLst>
        </pc:spChg>
        <pc:picChg chg="add mod">
          <ac:chgData name="Harry Alexander Chandler Carey" userId="a5921fd0-d308-41d6-8c9c-7f73dc344b08" providerId="ADAL" clId="{CB79EBF8-FF76-44E1-A254-0B9A5B75A2AF}" dt="2024-12-09T12:55:05.274" v="8221" actId="1076"/>
          <ac:picMkLst>
            <pc:docMk/>
            <pc:sldMk cId="1720403296" sldId="318"/>
            <ac:picMk id="5" creationId="{469DE00D-035C-6A35-74E9-E70719CADD08}"/>
          </ac:picMkLst>
        </pc:picChg>
        <pc:picChg chg="add mod">
          <ac:chgData name="Harry Alexander Chandler Carey" userId="a5921fd0-d308-41d6-8c9c-7f73dc344b08" providerId="ADAL" clId="{CB79EBF8-FF76-44E1-A254-0B9A5B75A2AF}" dt="2024-12-09T12:55:37.083" v="8226" actId="1076"/>
          <ac:picMkLst>
            <pc:docMk/>
            <pc:sldMk cId="1720403296" sldId="318"/>
            <ac:picMk id="7" creationId="{2F52D6FA-0750-6C5A-C306-DA945A1B4B40}"/>
          </ac:picMkLst>
        </pc:picChg>
      </pc:sldChg>
      <pc:sldChg chg="add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672415234" sldId="319"/>
        </pc:sldMkLst>
        <pc:spChg chg="mod">
          <ac:chgData name="Harry Alexander Chandler Carey" userId="a5921fd0-d308-41d6-8c9c-7f73dc344b08" providerId="ADAL" clId="{CB79EBF8-FF76-44E1-A254-0B9A5B75A2AF}" dt="2024-12-09T12:55:43.113" v="8237" actId="20577"/>
          <ac:spMkLst>
            <pc:docMk/>
            <pc:sldMk cId="1672415234" sldId="319"/>
            <ac:spMk id="2" creationId="{47226D56-FF2A-ED40-3AA6-86441CC5D5C8}"/>
          </ac:spMkLst>
        </pc:spChg>
        <pc:spChg chg="mod">
          <ac:chgData name="Harry Alexander Chandler Carey" userId="a5921fd0-d308-41d6-8c9c-7f73dc344b08" providerId="ADAL" clId="{CB79EBF8-FF76-44E1-A254-0B9A5B75A2AF}" dt="2024-12-09T12:56:10.502" v="8374" actId="20577"/>
          <ac:spMkLst>
            <pc:docMk/>
            <pc:sldMk cId="1672415234" sldId="319"/>
            <ac:spMk id="3" creationId="{A5B63011-7F6C-6F7F-C329-213415227C5C}"/>
          </ac:spMkLst>
        </pc:spChg>
        <pc:picChg chg="add mod">
          <ac:chgData name="Harry Alexander Chandler Carey" userId="a5921fd0-d308-41d6-8c9c-7f73dc344b08" providerId="ADAL" clId="{CB79EBF8-FF76-44E1-A254-0B9A5B75A2AF}" dt="2024-12-09T12:56:40.562" v="8378" actId="1076"/>
          <ac:picMkLst>
            <pc:docMk/>
            <pc:sldMk cId="1672415234" sldId="319"/>
            <ac:picMk id="5" creationId="{9E1527B5-C5B8-AA33-2A65-18DAB93D4FAE}"/>
          </ac:picMkLst>
        </pc:pic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4293334226" sldId="320"/>
        </pc:sldMkLst>
        <pc:spChg chg="mod">
          <ac:chgData name="Harry Alexander Chandler Carey" userId="a5921fd0-d308-41d6-8c9c-7f73dc344b08" providerId="ADAL" clId="{CB79EBF8-FF76-44E1-A254-0B9A5B75A2AF}" dt="2024-12-10T01:45:37.913" v="10594" actId="20577"/>
          <ac:spMkLst>
            <pc:docMk/>
            <pc:sldMk cId="4293334226" sldId="320"/>
            <ac:spMk id="2" creationId="{45D16328-0957-DCB8-C5DE-0CCFCF305386}"/>
          </ac:spMkLst>
        </pc:spChg>
        <pc:spChg chg="mod">
          <ac:chgData name="Harry Alexander Chandler Carey" userId="a5921fd0-d308-41d6-8c9c-7f73dc344b08" providerId="ADAL" clId="{CB79EBF8-FF76-44E1-A254-0B9A5B75A2AF}" dt="2024-12-09T12:57:23.702" v="8473" actId="20577"/>
          <ac:spMkLst>
            <pc:docMk/>
            <pc:sldMk cId="4293334226" sldId="320"/>
            <ac:spMk id="3" creationId="{6E303089-BEB7-D075-C7AF-CB22962D0D0A}"/>
          </ac:spMkLst>
        </pc:spChg>
      </pc:sldChg>
      <pc:sldChg chg="add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3037515732" sldId="321"/>
        </pc:sldMkLst>
        <pc:spChg chg="mod">
          <ac:chgData name="Harry Alexander Chandler Carey" userId="a5921fd0-d308-41d6-8c9c-7f73dc344b08" providerId="ADAL" clId="{CB79EBF8-FF76-44E1-A254-0B9A5B75A2AF}" dt="2024-12-09T13:01:26.300" v="8535" actId="20577"/>
          <ac:spMkLst>
            <pc:docMk/>
            <pc:sldMk cId="3037515732" sldId="321"/>
            <ac:spMk id="2" creationId="{E9AC0AB7-6089-24C5-5763-8BFF6A62A73B}"/>
          </ac:spMkLst>
        </pc:spChg>
        <pc:spChg chg="mod">
          <ac:chgData name="Harry Alexander Chandler Carey" userId="a5921fd0-d308-41d6-8c9c-7f73dc344b08" providerId="ADAL" clId="{CB79EBF8-FF76-44E1-A254-0B9A5B75A2AF}" dt="2024-12-09T13:03:04.350" v="8714" actId="20577"/>
          <ac:spMkLst>
            <pc:docMk/>
            <pc:sldMk cId="3037515732" sldId="321"/>
            <ac:spMk id="3" creationId="{C3A35004-4524-2C8D-FC88-F50426080CAE}"/>
          </ac:spMkLst>
        </pc:spChg>
        <pc:picChg chg="add mod">
          <ac:chgData name="Harry Alexander Chandler Carey" userId="a5921fd0-d308-41d6-8c9c-7f73dc344b08" providerId="ADAL" clId="{CB79EBF8-FF76-44E1-A254-0B9A5B75A2AF}" dt="2024-12-09T13:03:11.495" v="8716" actId="1076"/>
          <ac:picMkLst>
            <pc:docMk/>
            <pc:sldMk cId="3037515732" sldId="321"/>
            <ac:picMk id="5" creationId="{2AED5FEF-8491-F8AB-E8FA-9A52F6EE5334}"/>
          </ac:picMkLst>
        </pc:picChg>
      </pc:sldChg>
      <pc:sldChg chg="addSp delSp modSp add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346653828" sldId="322"/>
        </pc:sldMkLst>
        <pc:spChg chg="mod">
          <ac:chgData name="Harry Alexander Chandler Carey" userId="a5921fd0-d308-41d6-8c9c-7f73dc344b08" providerId="ADAL" clId="{CB79EBF8-FF76-44E1-A254-0B9A5B75A2AF}" dt="2024-12-09T13:03:56.960" v="8748" actId="1076"/>
          <ac:spMkLst>
            <pc:docMk/>
            <pc:sldMk cId="1346653828" sldId="322"/>
            <ac:spMk id="3" creationId="{C3A35004-4524-2C8D-FC88-F50426080CAE}"/>
          </ac:spMkLst>
        </pc:spChg>
        <pc:picChg chg="del">
          <ac:chgData name="Harry Alexander Chandler Carey" userId="a5921fd0-d308-41d6-8c9c-7f73dc344b08" providerId="ADAL" clId="{CB79EBF8-FF76-44E1-A254-0B9A5B75A2AF}" dt="2024-12-09T13:04:36.249" v="8749" actId="478"/>
          <ac:picMkLst>
            <pc:docMk/>
            <pc:sldMk cId="1346653828" sldId="322"/>
            <ac:picMk id="5" creationId="{2AED5FEF-8491-F8AB-E8FA-9A52F6EE5334}"/>
          </ac:picMkLst>
        </pc:picChg>
        <pc:picChg chg="add mod">
          <ac:chgData name="Harry Alexander Chandler Carey" userId="a5921fd0-d308-41d6-8c9c-7f73dc344b08" providerId="ADAL" clId="{CB79EBF8-FF76-44E1-A254-0B9A5B75A2AF}" dt="2024-12-09T13:05:16.522" v="8753" actId="1076"/>
          <ac:picMkLst>
            <pc:docMk/>
            <pc:sldMk cId="1346653828" sldId="322"/>
            <ac:picMk id="6" creationId="{56E219B9-6C89-FE72-8CB4-DE928220ED18}"/>
          </ac:picMkLst>
        </pc:picChg>
      </pc:sldChg>
      <pc:sldChg chg="addSp del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77142395" sldId="323"/>
        </pc:sldMkLst>
        <pc:spChg chg="mod">
          <ac:chgData name="Harry Alexander Chandler Carey" userId="a5921fd0-d308-41d6-8c9c-7f73dc344b08" providerId="ADAL" clId="{CB79EBF8-FF76-44E1-A254-0B9A5B75A2AF}" dt="2024-12-09T13:17:48.416" v="9088" actId="20577"/>
          <ac:spMkLst>
            <pc:docMk/>
            <pc:sldMk cId="177142395" sldId="323"/>
            <ac:spMk id="2" creationId="{8699FD1A-904F-152F-B4A3-FC50CA5B2724}"/>
          </ac:spMkLst>
        </pc:spChg>
        <pc:spChg chg="del">
          <ac:chgData name="Harry Alexander Chandler Carey" userId="a5921fd0-d308-41d6-8c9c-7f73dc344b08" providerId="ADAL" clId="{CB79EBF8-FF76-44E1-A254-0B9A5B75A2AF}" dt="2024-12-09T13:17:51.212" v="9089" actId="478"/>
          <ac:spMkLst>
            <pc:docMk/>
            <pc:sldMk cId="177142395" sldId="323"/>
            <ac:spMk id="3" creationId="{D042ADEF-E2A3-AC14-D121-026BD153BE28}"/>
          </ac:spMkLst>
        </pc:spChg>
        <pc:picChg chg="add mod">
          <ac:chgData name="Harry Alexander Chandler Carey" userId="a5921fd0-d308-41d6-8c9c-7f73dc344b08" providerId="ADAL" clId="{CB79EBF8-FF76-44E1-A254-0B9A5B75A2AF}" dt="2024-12-09T13:18:24.018" v="9093" actId="1076"/>
          <ac:picMkLst>
            <pc:docMk/>
            <pc:sldMk cId="177142395" sldId="323"/>
            <ac:picMk id="5" creationId="{0F1E1E83-D56D-F12C-54F4-D66A19E333E8}"/>
          </ac:picMkLst>
        </pc:picChg>
      </pc:sldChg>
      <pc:sldChg chg="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488103779" sldId="324"/>
        </pc:sldMkLst>
        <pc:spChg chg="mod">
          <ac:chgData name="Harry Alexander Chandler Carey" userId="a5921fd0-d308-41d6-8c9c-7f73dc344b08" providerId="ADAL" clId="{CB79EBF8-FF76-44E1-A254-0B9A5B75A2AF}" dt="2024-12-10T01:45:43.077" v="10596" actId="20577"/>
          <ac:spMkLst>
            <pc:docMk/>
            <pc:sldMk cId="488103779" sldId="324"/>
            <ac:spMk id="2" creationId="{04323A9A-6E64-FEED-771F-805F3C937B37}"/>
          </ac:spMkLst>
        </pc:spChg>
        <pc:spChg chg="mod">
          <ac:chgData name="Harry Alexander Chandler Carey" userId="a5921fd0-d308-41d6-8c9c-7f73dc344b08" providerId="ADAL" clId="{CB79EBF8-FF76-44E1-A254-0B9A5B75A2AF}" dt="2024-12-09T13:20:36.297" v="9221" actId="20577"/>
          <ac:spMkLst>
            <pc:docMk/>
            <pc:sldMk cId="488103779" sldId="324"/>
            <ac:spMk id="3" creationId="{CFB332AC-AB8A-166E-9840-E3E29F7A3FFF}"/>
          </ac:spMkLst>
        </pc:spChg>
      </pc:sldChg>
      <pc:sldChg chg="addSp delSp modSp new del mo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1860625412" sldId="325"/>
        </pc:sldMkLst>
        <pc:spChg chg="mod">
          <ac:chgData name="Harry Alexander Chandler Carey" userId="a5921fd0-d308-41d6-8c9c-7f73dc344b08" providerId="ADAL" clId="{CB79EBF8-FF76-44E1-A254-0B9A5B75A2AF}" dt="2024-12-09T13:27:58.432" v="9232" actId="20577"/>
          <ac:spMkLst>
            <pc:docMk/>
            <pc:sldMk cId="1860625412" sldId="325"/>
            <ac:spMk id="2" creationId="{4AAD8BDD-1EE6-570C-88C7-C7CED5CBE132}"/>
          </ac:spMkLst>
        </pc:spChg>
        <pc:spChg chg="add del mod">
          <ac:chgData name="Harry Alexander Chandler Carey" userId="a5921fd0-d308-41d6-8c9c-7f73dc344b08" providerId="ADAL" clId="{CB79EBF8-FF76-44E1-A254-0B9A5B75A2AF}" dt="2024-12-09T13:31:28.631" v="9696" actId="20577"/>
          <ac:spMkLst>
            <pc:docMk/>
            <pc:sldMk cId="1860625412" sldId="325"/>
            <ac:spMk id="3" creationId="{D8DF0AEC-5376-F723-EE36-030847D80360}"/>
          </ac:spMkLst>
        </pc:spChg>
        <pc:picChg chg="add mod">
          <ac:chgData name="Harry Alexander Chandler Carey" userId="a5921fd0-d308-41d6-8c9c-7f73dc344b08" providerId="ADAL" clId="{CB79EBF8-FF76-44E1-A254-0B9A5B75A2AF}" dt="2024-12-09T13:28:18.902" v="9236" actId="1076"/>
          <ac:picMkLst>
            <pc:docMk/>
            <pc:sldMk cId="1860625412" sldId="325"/>
            <ac:picMk id="4" creationId="{EAB7A3D5-8308-5162-D4E2-95AF9D542D7C}"/>
          </ac:picMkLst>
        </pc:picChg>
        <pc:picChg chg="add mod">
          <ac:chgData name="Harry Alexander Chandler Carey" userId="a5921fd0-d308-41d6-8c9c-7f73dc344b08" providerId="ADAL" clId="{CB79EBF8-FF76-44E1-A254-0B9A5B75A2AF}" dt="2024-12-09T13:28:23.405" v="9239" actId="1076"/>
          <ac:picMkLst>
            <pc:docMk/>
            <pc:sldMk cId="1860625412" sldId="325"/>
            <ac:picMk id="5" creationId="{01C9BFAA-B13B-2275-1C52-AE3A5B25C146}"/>
          </ac:picMkLst>
        </pc:picChg>
      </pc:sldChg>
      <pc:sldChg chg="addSp delSp modSp new mod">
        <pc:chgData name="Harry Alexander Chandler Carey" userId="a5921fd0-d308-41d6-8c9c-7f73dc344b08" providerId="ADAL" clId="{CB79EBF8-FF76-44E1-A254-0B9A5B75A2AF}" dt="2024-12-10T01:24:45.348" v="9743" actId="14100"/>
        <pc:sldMkLst>
          <pc:docMk/>
          <pc:sldMk cId="3106299149" sldId="326"/>
        </pc:sldMkLst>
        <pc:spChg chg="mod">
          <ac:chgData name="Harry Alexander Chandler Carey" userId="a5921fd0-d308-41d6-8c9c-7f73dc344b08" providerId="ADAL" clId="{CB79EBF8-FF76-44E1-A254-0B9A5B75A2AF}" dt="2024-12-10T01:22:16.519" v="9739" actId="20577"/>
          <ac:spMkLst>
            <pc:docMk/>
            <pc:sldMk cId="3106299149" sldId="326"/>
            <ac:spMk id="2" creationId="{7D4A76C1-32C6-5850-EF45-B771A5D53BAF}"/>
          </ac:spMkLst>
        </pc:spChg>
        <pc:spChg chg="del">
          <ac:chgData name="Harry Alexander Chandler Carey" userId="a5921fd0-d308-41d6-8c9c-7f73dc344b08" providerId="ADAL" clId="{CB79EBF8-FF76-44E1-A254-0B9A5B75A2AF}" dt="2024-12-10T01:22:22.277" v="9740" actId="478"/>
          <ac:spMkLst>
            <pc:docMk/>
            <pc:sldMk cId="3106299149" sldId="326"/>
            <ac:spMk id="3" creationId="{47F8036A-C4AD-064F-31C4-791F87723260}"/>
          </ac:spMkLst>
        </pc:spChg>
        <pc:picChg chg="add mod">
          <ac:chgData name="Harry Alexander Chandler Carey" userId="a5921fd0-d308-41d6-8c9c-7f73dc344b08" providerId="ADAL" clId="{CB79EBF8-FF76-44E1-A254-0B9A5B75A2AF}" dt="2024-12-10T01:24:45.348" v="9743" actId="14100"/>
          <ac:picMkLst>
            <pc:docMk/>
            <pc:sldMk cId="3106299149" sldId="326"/>
            <ac:picMk id="5" creationId="{10896225-C066-2BE6-C1ED-1D7593B3F4C9}"/>
          </ac:picMkLst>
        </pc:picChg>
      </pc:sldChg>
      <pc:sldChg chg="modSp new del mod ord">
        <pc:chgData name="Harry Alexander Chandler Carey" userId="a5921fd0-d308-41d6-8c9c-7f73dc344b08" providerId="ADAL" clId="{CB79EBF8-FF76-44E1-A254-0B9A5B75A2AF}" dt="2024-12-11T03:13:03.211" v="10597" actId="2696"/>
        <pc:sldMkLst>
          <pc:docMk/>
          <pc:sldMk cId="3178356325" sldId="327"/>
        </pc:sldMkLst>
        <pc:spChg chg="mod">
          <ac:chgData name="Harry Alexander Chandler Carey" userId="a5921fd0-d308-41d6-8c9c-7f73dc344b08" providerId="ADAL" clId="{CB79EBF8-FF76-44E1-A254-0B9A5B75A2AF}" dt="2024-12-10T01:26:17.775" v="9745"/>
          <ac:spMkLst>
            <pc:docMk/>
            <pc:sldMk cId="3178356325" sldId="327"/>
            <ac:spMk id="2" creationId="{34FA06CA-51E3-52C7-9118-56021812148F}"/>
          </ac:spMkLst>
        </pc:spChg>
        <pc:spChg chg="mod">
          <ac:chgData name="Harry Alexander Chandler Carey" userId="a5921fd0-d308-41d6-8c9c-7f73dc344b08" providerId="ADAL" clId="{CB79EBF8-FF76-44E1-A254-0B9A5B75A2AF}" dt="2024-12-10T01:28:55.852" v="10147" actId="20577"/>
          <ac:spMkLst>
            <pc:docMk/>
            <pc:sldMk cId="3178356325" sldId="327"/>
            <ac:spMk id="3" creationId="{1AA71975-C4A2-28EB-A271-D071D0B3A0B4}"/>
          </ac:spMkLst>
        </pc:spChg>
      </pc:sldChg>
      <pc:sldChg chg="modSp new mod">
        <pc:chgData name="Harry Alexander Chandler Carey" userId="a5921fd0-d308-41d6-8c9c-7f73dc344b08" providerId="ADAL" clId="{CB79EBF8-FF76-44E1-A254-0B9A5B75A2AF}" dt="2024-12-10T01:39:19.899" v="10310" actId="20577"/>
        <pc:sldMkLst>
          <pc:docMk/>
          <pc:sldMk cId="23884045" sldId="328"/>
        </pc:sldMkLst>
        <pc:spChg chg="mod">
          <ac:chgData name="Harry Alexander Chandler Carey" userId="a5921fd0-d308-41d6-8c9c-7f73dc344b08" providerId="ADAL" clId="{CB79EBF8-FF76-44E1-A254-0B9A5B75A2AF}" dt="2024-12-10T01:36:18.121" v="10157" actId="20577"/>
          <ac:spMkLst>
            <pc:docMk/>
            <pc:sldMk cId="23884045" sldId="328"/>
            <ac:spMk id="2" creationId="{53C0916C-55C2-3551-DB89-476F44354CE3}"/>
          </ac:spMkLst>
        </pc:spChg>
        <pc:spChg chg="mod">
          <ac:chgData name="Harry Alexander Chandler Carey" userId="a5921fd0-d308-41d6-8c9c-7f73dc344b08" providerId="ADAL" clId="{CB79EBF8-FF76-44E1-A254-0B9A5B75A2AF}" dt="2024-12-10T01:39:19.899" v="10310" actId="20577"/>
          <ac:spMkLst>
            <pc:docMk/>
            <pc:sldMk cId="23884045" sldId="328"/>
            <ac:spMk id="3" creationId="{FE100DC2-11F7-12EC-A2A1-60F05D810A20}"/>
          </ac:spMkLst>
        </pc:spChg>
      </pc:sldChg>
      <pc:sldChg chg="addSp modSp new mod">
        <pc:chgData name="Harry Alexander Chandler Carey" userId="a5921fd0-d308-41d6-8c9c-7f73dc344b08" providerId="ADAL" clId="{CB79EBF8-FF76-44E1-A254-0B9A5B75A2AF}" dt="2024-12-10T01:41:35.364" v="10375" actId="14100"/>
        <pc:sldMkLst>
          <pc:docMk/>
          <pc:sldMk cId="1994230452" sldId="329"/>
        </pc:sldMkLst>
        <pc:spChg chg="mod">
          <ac:chgData name="Harry Alexander Chandler Carey" userId="a5921fd0-d308-41d6-8c9c-7f73dc344b08" providerId="ADAL" clId="{CB79EBF8-FF76-44E1-A254-0B9A5B75A2AF}" dt="2024-12-10T01:40:43.324" v="10325" actId="20577"/>
          <ac:spMkLst>
            <pc:docMk/>
            <pc:sldMk cId="1994230452" sldId="329"/>
            <ac:spMk id="2" creationId="{C8010196-802C-EFA1-2D8D-9318426DEC3A}"/>
          </ac:spMkLst>
        </pc:spChg>
        <pc:spChg chg="mod">
          <ac:chgData name="Harry Alexander Chandler Carey" userId="a5921fd0-d308-41d6-8c9c-7f73dc344b08" providerId="ADAL" clId="{CB79EBF8-FF76-44E1-A254-0B9A5B75A2AF}" dt="2024-12-10T01:40:58.581" v="10372" actId="313"/>
          <ac:spMkLst>
            <pc:docMk/>
            <pc:sldMk cId="1994230452" sldId="329"/>
            <ac:spMk id="3" creationId="{89140AB0-A146-7A5E-0296-F8A02A965A52}"/>
          </ac:spMkLst>
        </pc:spChg>
        <pc:picChg chg="add mod">
          <ac:chgData name="Harry Alexander Chandler Carey" userId="a5921fd0-d308-41d6-8c9c-7f73dc344b08" providerId="ADAL" clId="{CB79EBF8-FF76-44E1-A254-0B9A5B75A2AF}" dt="2024-12-10T01:41:35.364" v="10375" actId="14100"/>
          <ac:picMkLst>
            <pc:docMk/>
            <pc:sldMk cId="1994230452" sldId="329"/>
            <ac:picMk id="5" creationId="{6D702602-55FB-42E8-B549-DD02C6C6F40B}"/>
          </ac:picMkLst>
        </pc:picChg>
      </pc:sldChg>
      <pc:sldChg chg="new del">
        <pc:chgData name="Harry Alexander Chandler Carey" userId="a5921fd0-d308-41d6-8c9c-7f73dc344b08" providerId="ADAL" clId="{CB79EBF8-FF76-44E1-A254-0B9A5B75A2AF}" dt="2024-12-10T01:41:45.743" v="10378" actId="47"/>
        <pc:sldMkLst>
          <pc:docMk/>
          <pc:sldMk cId="2106222341" sldId="330"/>
        </pc:sldMkLst>
      </pc:sldChg>
      <pc:sldChg chg="addSp delSp modSp add mod">
        <pc:chgData name="Harry Alexander Chandler Carey" userId="a5921fd0-d308-41d6-8c9c-7f73dc344b08" providerId="ADAL" clId="{CB79EBF8-FF76-44E1-A254-0B9A5B75A2AF}" dt="2024-12-10T01:42:37.490" v="10454" actId="22"/>
        <pc:sldMkLst>
          <pc:docMk/>
          <pc:sldMk cId="231354208" sldId="331"/>
        </pc:sldMkLst>
        <pc:spChg chg="mod">
          <ac:chgData name="Harry Alexander Chandler Carey" userId="a5921fd0-d308-41d6-8c9c-7f73dc344b08" providerId="ADAL" clId="{CB79EBF8-FF76-44E1-A254-0B9A5B75A2AF}" dt="2024-12-10T01:42:09.225" v="10446" actId="20577"/>
          <ac:spMkLst>
            <pc:docMk/>
            <pc:sldMk cId="231354208" sldId="331"/>
            <ac:spMk id="3" creationId="{89140AB0-A146-7A5E-0296-F8A02A965A52}"/>
          </ac:spMkLst>
        </pc:spChg>
        <pc:picChg chg="del">
          <ac:chgData name="Harry Alexander Chandler Carey" userId="a5921fd0-d308-41d6-8c9c-7f73dc344b08" providerId="ADAL" clId="{CB79EBF8-FF76-44E1-A254-0B9A5B75A2AF}" dt="2024-12-10T01:42:10.860" v="10447" actId="478"/>
          <ac:picMkLst>
            <pc:docMk/>
            <pc:sldMk cId="231354208" sldId="331"/>
            <ac:picMk id="5" creationId="{6D702602-55FB-42E8-B549-DD02C6C6F40B}"/>
          </ac:picMkLst>
        </pc:picChg>
        <pc:picChg chg="add mod">
          <ac:chgData name="Harry Alexander Chandler Carey" userId="a5921fd0-d308-41d6-8c9c-7f73dc344b08" providerId="ADAL" clId="{CB79EBF8-FF76-44E1-A254-0B9A5B75A2AF}" dt="2024-12-10T01:42:33.425" v="10452" actId="1076"/>
          <ac:picMkLst>
            <pc:docMk/>
            <pc:sldMk cId="231354208" sldId="331"/>
            <ac:picMk id="6" creationId="{92A06D16-65A3-5346-EB96-FF7AA21C442B}"/>
          </ac:picMkLst>
        </pc:picChg>
        <pc:picChg chg="add del">
          <ac:chgData name="Harry Alexander Chandler Carey" userId="a5921fd0-d308-41d6-8c9c-7f73dc344b08" providerId="ADAL" clId="{CB79EBF8-FF76-44E1-A254-0B9A5B75A2AF}" dt="2024-12-10T01:42:37.490" v="10454" actId="22"/>
          <ac:picMkLst>
            <pc:docMk/>
            <pc:sldMk cId="231354208" sldId="331"/>
            <ac:picMk id="8" creationId="{C4EA7122-8BBE-28F6-C107-CC2F1B8346E3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10T01:43:15.237" v="10466" actId="1076"/>
        <pc:sldMkLst>
          <pc:docMk/>
          <pc:sldMk cId="3550133538" sldId="332"/>
        </pc:sldMkLst>
        <pc:spChg chg="mod">
          <ac:chgData name="Harry Alexander Chandler Carey" userId="a5921fd0-d308-41d6-8c9c-7f73dc344b08" providerId="ADAL" clId="{CB79EBF8-FF76-44E1-A254-0B9A5B75A2AF}" dt="2024-12-10T01:42:46.568" v="10461" actId="20577"/>
          <ac:spMkLst>
            <pc:docMk/>
            <pc:sldMk cId="3550133538" sldId="332"/>
            <ac:spMk id="3" creationId="{89140AB0-A146-7A5E-0296-F8A02A965A52}"/>
          </ac:spMkLst>
        </pc:spChg>
        <pc:picChg chg="add mod">
          <ac:chgData name="Harry Alexander Chandler Carey" userId="a5921fd0-d308-41d6-8c9c-7f73dc344b08" providerId="ADAL" clId="{CB79EBF8-FF76-44E1-A254-0B9A5B75A2AF}" dt="2024-12-10T01:43:15.237" v="10466" actId="1076"/>
          <ac:picMkLst>
            <pc:docMk/>
            <pc:sldMk cId="3550133538" sldId="332"/>
            <ac:picMk id="5" creationId="{5926C972-9E13-AE2C-9F1C-EFC9FE35FE24}"/>
          </ac:picMkLst>
        </pc:picChg>
        <pc:picChg chg="del">
          <ac:chgData name="Harry Alexander Chandler Carey" userId="a5921fd0-d308-41d6-8c9c-7f73dc344b08" providerId="ADAL" clId="{CB79EBF8-FF76-44E1-A254-0B9A5B75A2AF}" dt="2024-12-10T01:43:10.513" v="10462" actId="478"/>
          <ac:picMkLst>
            <pc:docMk/>
            <pc:sldMk cId="3550133538" sldId="332"/>
            <ac:picMk id="6" creationId="{92A06D16-65A3-5346-EB96-FF7AA21C442B}"/>
          </ac:picMkLst>
        </pc:picChg>
      </pc:sldChg>
      <pc:sldChg chg="addSp delSp modSp add mod">
        <pc:chgData name="Harry Alexander Chandler Carey" userId="a5921fd0-d308-41d6-8c9c-7f73dc344b08" providerId="ADAL" clId="{CB79EBF8-FF76-44E1-A254-0B9A5B75A2AF}" dt="2024-12-10T01:44:06.321" v="10537" actId="1076"/>
        <pc:sldMkLst>
          <pc:docMk/>
          <pc:sldMk cId="3787436245" sldId="333"/>
        </pc:sldMkLst>
        <pc:spChg chg="mod">
          <ac:chgData name="Harry Alexander Chandler Carey" userId="a5921fd0-d308-41d6-8c9c-7f73dc344b08" providerId="ADAL" clId="{CB79EBF8-FF76-44E1-A254-0B9A5B75A2AF}" dt="2024-12-10T01:43:34.906" v="10532" actId="20577"/>
          <ac:spMkLst>
            <pc:docMk/>
            <pc:sldMk cId="3787436245" sldId="333"/>
            <ac:spMk id="3" creationId="{89140AB0-A146-7A5E-0296-F8A02A965A52}"/>
          </ac:spMkLst>
        </pc:spChg>
        <pc:picChg chg="del">
          <ac:chgData name="Harry Alexander Chandler Carey" userId="a5921fd0-d308-41d6-8c9c-7f73dc344b08" providerId="ADAL" clId="{CB79EBF8-FF76-44E1-A254-0B9A5B75A2AF}" dt="2024-12-10T01:44:01.615" v="10533" actId="478"/>
          <ac:picMkLst>
            <pc:docMk/>
            <pc:sldMk cId="3787436245" sldId="333"/>
            <ac:picMk id="5" creationId="{5926C972-9E13-AE2C-9F1C-EFC9FE35FE24}"/>
          </ac:picMkLst>
        </pc:picChg>
        <pc:picChg chg="add mod">
          <ac:chgData name="Harry Alexander Chandler Carey" userId="a5921fd0-d308-41d6-8c9c-7f73dc344b08" providerId="ADAL" clId="{CB79EBF8-FF76-44E1-A254-0B9A5B75A2AF}" dt="2024-12-10T01:44:06.321" v="10537" actId="1076"/>
          <ac:picMkLst>
            <pc:docMk/>
            <pc:sldMk cId="3787436245" sldId="333"/>
            <ac:picMk id="6" creationId="{0545684C-C2A8-ED11-0905-DF8722824AF1}"/>
          </ac:picMkLst>
        </pc:picChg>
      </pc:sldChg>
      <pc:sldChg chg="modSp new mod">
        <pc:chgData name="Harry Alexander Chandler Carey" userId="a5921fd0-d308-41d6-8c9c-7f73dc344b08" providerId="ADAL" clId="{CB79EBF8-FF76-44E1-A254-0B9A5B75A2AF}" dt="2024-12-10T01:44:37.802" v="10574" actId="20577"/>
        <pc:sldMkLst>
          <pc:docMk/>
          <pc:sldMk cId="194409824" sldId="334"/>
        </pc:sldMkLst>
        <pc:spChg chg="mod">
          <ac:chgData name="Harry Alexander Chandler Carey" userId="a5921fd0-d308-41d6-8c9c-7f73dc344b08" providerId="ADAL" clId="{CB79EBF8-FF76-44E1-A254-0B9A5B75A2AF}" dt="2024-12-10T01:44:32.807" v="10544" actId="20577"/>
          <ac:spMkLst>
            <pc:docMk/>
            <pc:sldMk cId="194409824" sldId="334"/>
            <ac:spMk id="2" creationId="{02C3C629-82CD-7CB4-65F5-0221E82F40EA}"/>
          </ac:spMkLst>
        </pc:spChg>
        <pc:spChg chg="mod">
          <ac:chgData name="Harry Alexander Chandler Carey" userId="a5921fd0-d308-41d6-8c9c-7f73dc344b08" providerId="ADAL" clId="{CB79EBF8-FF76-44E1-A254-0B9A5B75A2AF}" dt="2024-12-10T01:44:37.802" v="10574" actId="20577"/>
          <ac:spMkLst>
            <pc:docMk/>
            <pc:sldMk cId="194409824" sldId="334"/>
            <ac:spMk id="3" creationId="{030B2D53-2981-D650-3690-5A7D9511D1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92CB-CC68-8E36-DB5F-665F865E0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219AD-875E-72BA-A2BD-1553A61EC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F277-4A04-32A3-31B0-C22662E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5F7C8-4FFB-0EB2-3318-0FF772D1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DBB13-B5A2-360B-3FC1-0154529B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80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CE18-7540-51E6-43B0-A554E39F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75AC-44CC-0341-777C-3626B48FB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84C15-B80C-B31C-6A1D-31B22058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F2DA9-D895-2F82-A1C7-D9A6B844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B51B1-FF51-A52D-5B65-6F41974C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45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B83C-409D-EE38-EC33-982B80CAE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A1DE9-D4E8-720A-8002-19E5943CB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83FA2-7527-D9A2-08BA-98F37FF2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EC805-03EA-A148-51ED-E400616B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E41C0-1913-2529-076E-1C98AD0E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71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B7DE-0AA2-489D-103F-1BAF1AC8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DF55-94F8-72BA-410C-6BFE113C6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41A22-D05E-B062-A70D-DDDD14E16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C91DF-7FFF-627A-997A-A90850A5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1FD8B-930B-020B-EBD3-55B7A4A5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AC2EA-14E1-BB0B-455F-71416D3E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46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30EB-49F9-0BED-6D89-2A02388F4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C1B7-F5DF-A88A-6A79-0664A56B5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6064B-82C7-1175-1871-BF4CAAA6F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6588F-4F5B-6C89-19ED-B9F0FB743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C72D7-826F-49FF-39AE-0BB1A37CB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90246B-53D8-6262-C335-0E679177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BCD01-3ADF-5620-5FE9-1B85E43C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322DE-1FCD-0D9B-3A0B-BCE1379D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58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88C4-22E9-2E84-E3DB-723C3D92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626DF-32FD-5916-7E46-F81889E8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1956C-F7D5-2229-A9DA-124F3180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6FDAC-154E-8FC2-FA2C-00822BAE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91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9CC04-DF06-D778-0947-17996ABF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F8F37-D55E-0596-41D8-161AAFBE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1A3FD-D3A9-06C7-D341-2596AD42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380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3FD4-3994-451C-944F-399F9FD1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A8EC-6BEC-0841-6E0C-08EFA9E4F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F73EE-A676-3D43-F4A0-791DC978A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EABAD-0C0D-68C7-C667-ECD44E7C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6FC71-589D-0ACD-24CF-FEC5D082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DD965-0AD3-F06F-F934-FBA48E24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92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D457E-5C23-CD6A-DD4C-3B00F2B5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FCE78-ECDE-A6F2-BB93-CB2E5662E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F0AEE-2C3E-BAE9-7FFE-F90D836CB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B462F-E4C4-F612-BB0E-FAE8C39D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7AA06-F455-93CD-B86F-B680A971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DF764-1165-09AF-CB31-35336CDB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003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B56F-3BEE-A392-CA10-2D4324ED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CD86D-81F7-86CD-55F5-24B7D33C8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A8372-323E-AE10-BA46-451402D4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968FA-455C-39BD-8025-D3914C51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F932B-C3A8-DE75-CC3A-B49FBA66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665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03EB8-F21E-4BB6-3AAB-2310D98F0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DB97A-31F7-3560-BA8E-EEEE11EB7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5DD2D-B854-2435-9300-0BD0C85B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4CA9-DF30-E73F-3EA7-CF1D4485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B33C-4CDF-39C1-E24F-2BAE0721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10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C181B-A7AE-E883-E235-E71AB238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AA904-BB83-D7EF-420C-0841607B5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6D831-9FA1-9463-8A66-666B0CA1A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3BEE1-69BB-449D-922E-4881F329F1D3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BA639-DD4E-D318-6E37-915907402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3468-C68C-724A-E0B0-ED5B8BEF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F444F-0F22-4284-AA37-AF4D82E5D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69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kahoot.it/v2/?quizId=3f3472eb-6e4c-410b-addc-1ff7826b5ba6&amp;hostId=5a5a9371-f1a3-42f5-9f1b-29d62f30b7a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bat.com/python/String-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4A70-0A3E-9640-667B-856DFDDEF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Python Club Session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F1A3E-C456-3BC0-4961-DE964C478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Macquarie University</a:t>
            </a:r>
          </a:p>
        </p:txBody>
      </p:sp>
    </p:spTree>
    <p:extLst>
      <p:ext uri="{BB962C8B-B14F-4D97-AF65-F5344CB8AC3E}">
        <p14:creationId xmlns:p14="http://schemas.microsoft.com/office/powerpoint/2010/main" val="128594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031-2B41-C91D-3B75-2989CD7E8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Recap of previous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DA4B-514A-BC9D-9A23-A6B8B2787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Print statements</a:t>
            </a:r>
          </a:p>
          <a:p>
            <a:r>
              <a:rPr lang="en-AU" dirty="0"/>
              <a:t>Variables</a:t>
            </a:r>
          </a:p>
          <a:p>
            <a:r>
              <a:rPr lang="en-AU" dirty="0"/>
              <a:t>Interactive Development Environments</a:t>
            </a:r>
          </a:p>
          <a:p>
            <a:r>
              <a:rPr lang="en-AU" dirty="0"/>
              <a:t>What is Python?</a:t>
            </a:r>
          </a:p>
          <a:p>
            <a:r>
              <a:rPr lang="en-AU" dirty="0" err="1"/>
              <a:t>Jupyter</a:t>
            </a:r>
            <a:endParaRPr lang="en-AU" dirty="0"/>
          </a:p>
          <a:p>
            <a:r>
              <a:rPr lang="en-AU" dirty="0"/>
              <a:t>Data types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57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3E3F-5766-87D2-0035-5C4F012E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Kahoot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3664-D728-1DD4-C00E-C64759C8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https://play.kahoot.it/v2/?quizId=3f3472eb-6e4c-410b-addc-1ff7826b5ba6&amp;hostId=5a5a9371-f1a3-42f5-9f1b-29d62f30b7a0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96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CF31-CE9C-8EC7-72E1-76D8929F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5F3-B226-90F7-1935-10BACC034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Lists </a:t>
            </a:r>
          </a:p>
          <a:p>
            <a:r>
              <a:rPr lang="en-AU" b="1" dirty="0"/>
              <a:t>Dictionaries</a:t>
            </a:r>
          </a:p>
          <a:p>
            <a:r>
              <a:rPr lang="en-AU" dirty="0"/>
              <a:t>Tuples</a:t>
            </a:r>
          </a:p>
          <a:p>
            <a:r>
              <a:rPr lang="en-AU" dirty="0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291150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B5FA-F3D9-6A4D-ADD6-4761A2E2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Mutable vs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F555-DB5D-81C2-418D-BE28664A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Mutable = Can be changed after it’s created</a:t>
            </a:r>
          </a:p>
          <a:p>
            <a:r>
              <a:rPr lang="en-AU" dirty="0"/>
              <a:t>Immutable = Cannot be changed after it’s created</a:t>
            </a:r>
          </a:p>
        </p:txBody>
      </p:sp>
    </p:spTree>
    <p:extLst>
      <p:ext uri="{BB962C8B-B14F-4D97-AF65-F5344CB8AC3E}">
        <p14:creationId xmlns:p14="http://schemas.microsoft.com/office/powerpoint/2010/main" val="31887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CF31-CE9C-8EC7-72E1-76D8929F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5F3-B226-90F7-1935-10BACC034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Lists – Can be changed (Mutable)</a:t>
            </a:r>
          </a:p>
          <a:p>
            <a:r>
              <a:rPr lang="en-AU" b="1" dirty="0"/>
              <a:t>Dictionaries – Can be changed (Mutable)</a:t>
            </a:r>
          </a:p>
          <a:p>
            <a:r>
              <a:rPr lang="en-AU" dirty="0"/>
              <a:t>Tuples – Cannot be changed (Immutable)</a:t>
            </a:r>
          </a:p>
          <a:p>
            <a:r>
              <a:rPr lang="en-AU" dirty="0"/>
              <a:t>Set – Cannot be changed (Immutable)</a:t>
            </a:r>
          </a:p>
        </p:txBody>
      </p:sp>
    </p:spTree>
    <p:extLst>
      <p:ext uri="{BB962C8B-B14F-4D97-AF65-F5344CB8AC3E}">
        <p14:creationId xmlns:p14="http://schemas.microsoft.com/office/powerpoint/2010/main" val="320283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F09F-C5DA-4C2B-1673-BC2958C1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B991-D6BD-4B4B-2125-BB34CE2E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Simple collection of objects </a:t>
            </a:r>
          </a:p>
          <a:p>
            <a:r>
              <a:rPr lang="en-AU" dirty="0"/>
              <a:t>Uses square braces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483AB-01AF-6109-4A8A-E4CBE54DA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97" y="3064323"/>
            <a:ext cx="8280059" cy="13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4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7E43-142F-E297-CB2B-BCD4C9EA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291A-3F29-7F90-6517-81D16CFFC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1379311"/>
            <a:ext cx="10515600" cy="4351338"/>
          </a:xfrm>
        </p:spPr>
        <p:txBody>
          <a:bodyPr/>
          <a:lstStyle/>
          <a:p>
            <a:r>
              <a:rPr lang="en-AU" dirty="0"/>
              <a:t>Mapping between</a:t>
            </a:r>
            <a:r>
              <a:rPr lang="en-AU" b="1" dirty="0"/>
              <a:t> Key Value pairs</a:t>
            </a:r>
          </a:p>
          <a:p>
            <a:r>
              <a:rPr lang="en-AU" dirty="0"/>
              <a:t>Defined using curly braces and key values pairs</a:t>
            </a:r>
          </a:p>
          <a:p>
            <a:r>
              <a:rPr lang="en-AU" dirty="0"/>
              <a:t>All keys must be unique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1FAB4-C25C-6241-177D-21732343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728" y="3241059"/>
            <a:ext cx="5728665" cy="325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A457-4C99-4B8E-4890-1AD8931B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Tuples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629403-6983-3F78-5997-EB94EF953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297" y="3670633"/>
            <a:ext cx="8539329" cy="155260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B3586A-D7CA-B050-574A-71771D6E53EC}"/>
              </a:ext>
            </a:extLst>
          </p:cNvPr>
          <p:cNvSpPr txBox="1"/>
          <p:nvPr/>
        </p:nvSpPr>
        <p:spPr>
          <a:xfrm>
            <a:off x="1206230" y="1856058"/>
            <a:ext cx="91696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Like a list but you can’t modify it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Not actually defined by the bracket, defined by the commas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3061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0C93-6BF5-887D-2C23-F031C368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2910C-D86B-DD63-1D73-A02476C2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Like a tuple but all elements are unique</a:t>
            </a:r>
          </a:p>
          <a:p>
            <a:r>
              <a:rPr lang="en-AU" dirty="0"/>
              <a:t>Enforces ordering</a:t>
            </a:r>
          </a:p>
          <a:p>
            <a:r>
              <a:rPr lang="en-AU" dirty="0"/>
              <a:t>Defined by curly braces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F3814-BC1D-1B73-436A-5B24FE42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80" y="3988687"/>
            <a:ext cx="8446252" cy="232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5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A054-F769-A70A-9597-876532F1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5322-35A7-4232-AC4A-C6B87F5E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Create a dictionary</a:t>
            </a:r>
          </a:p>
          <a:p>
            <a:r>
              <a:rPr lang="en-AU" dirty="0"/>
              <a:t>Create a list</a:t>
            </a:r>
          </a:p>
          <a:p>
            <a:r>
              <a:rPr lang="en-AU" dirty="0"/>
              <a:t>The list should have at least 3 items</a:t>
            </a:r>
          </a:p>
          <a:p>
            <a:r>
              <a:rPr lang="en-AU" dirty="0"/>
              <a:t>The dictionary should have at least 3 key value pairs</a:t>
            </a:r>
          </a:p>
          <a:p>
            <a:r>
              <a:rPr lang="en-AU" dirty="0"/>
              <a:t>Print both</a:t>
            </a:r>
          </a:p>
        </p:txBody>
      </p:sp>
    </p:spTree>
    <p:extLst>
      <p:ext uri="{BB962C8B-B14F-4D97-AF65-F5344CB8AC3E}">
        <p14:creationId xmlns:p14="http://schemas.microsoft.com/office/powerpoint/2010/main" val="45289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8CF9-F35E-0772-B648-12EC6C00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3596A-820B-CFC0-BCAD-C6596A203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Indexing</a:t>
            </a:r>
            <a:r>
              <a:rPr lang="en-AU" dirty="0"/>
              <a:t> is the process of accessing values from a collection</a:t>
            </a:r>
          </a:p>
          <a:p>
            <a:r>
              <a:rPr lang="en-AU" dirty="0"/>
              <a:t>We index using square brackets </a:t>
            </a:r>
          </a:p>
          <a:p>
            <a:r>
              <a:rPr lang="en-AU" dirty="0"/>
              <a:t>With lists we put an integer into the square brackets for indexing</a:t>
            </a:r>
          </a:p>
          <a:p>
            <a:r>
              <a:rPr lang="en-AU" dirty="0"/>
              <a:t>Python lists are </a:t>
            </a:r>
            <a:r>
              <a:rPr lang="en-AU" b="1" dirty="0"/>
              <a:t>zero indexed </a:t>
            </a:r>
            <a:r>
              <a:rPr lang="en-AU" dirty="0"/>
              <a:t>meaning the first element is stored at index zero, the second at index 1, etc</a:t>
            </a:r>
            <a:endParaRPr lang="en-AU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5AB3D-7E9D-0765-E3A8-2E13DA0A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57" y="4271137"/>
            <a:ext cx="7569159" cy="243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EAE4-7E4B-A2CD-4201-67CA8417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6024A-FAEC-6E3A-C02C-416B134DD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en-AU" dirty="0"/>
              <a:t>Dictionaries are indexed using the value of the key</a:t>
            </a:r>
          </a:p>
          <a:p>
            <a:r>
              <a:rPr lang="en-AU" dirty="0"/>
              <a:t>You must use the correct datatype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DB7BD-CFB3-99EC-259E-562A5871A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06" y="2693987"/>
            <a:ext cx="9477937" cy="33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7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1AC4-2FED-D2D7-47CF-3C6DE09E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D8157-9FB2-460B-45EE-0D534337E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Index into your list and print a value</a:t>
            </a:r>
          </a:p>
          <a:p>
            <a:r>
              <a:rPr lang="en-AU" dirty="0"/>
              <a:t>Index into your dictionary and print a value</a:t>
            </a:r>
          </a:p>
        </p:txBody>
      </p:sp>
    </p:spTree>
    <p:extLst>
      <p:ext uri="{BB962C8B-B14F-4D97-AF65-F5344CB8AC3E}">
        <p14:creationId xmlns:p14="http://schemas.microsoft.com/office/powerpoint/2010/main" val="3410954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0196-802C-EFA1-2D8D-9318426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Range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0AB0-A146-7A5E-0296-F8A02A96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a list index : means ‘everything’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02602-55FB-42E8-B549-DD02C6C6F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02" y="2608578"/>
            <a:ext cx="7594943" cy="370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3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0196-802C-EFA1-2D8D-9318426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Range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0AB0-A146-7A5E-0296-F8A02A96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 can also say everything up until a specific index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06D16-65A3-5346-EB96-FF7AA21C4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902" y="2851885"/>
            <a:ext cx="7933183" cy="34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4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0196-802C-EFA1-2D8D-9318426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Range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0AB0-A146-7A5E-0296-F8A02A96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 can also say everything after a specific index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6C972-9E13-AE2C-9F1C-EFC9FE35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822" y="2783727"/>
            <a:ext cx="7437817" cy="37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33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0196-802C-EFA1-2D8D-9318426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Range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0AB0-A146-7A5E-0296-F8A02A96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 can combine these and say everything from one index until another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5684C-C2A8-ED11-0905-DF8722824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44" y="2919065"/>
            <a:ext cx="9351529" cy="347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36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C629-82CD-7CB4-65F5-0221E82F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B2D53-2981-D650-3690-5A7D9511D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Experiment with range indexing</a:t>
            </a:r>
          </a:p>
        </p:txBody>
      </p:sp>
    </p:spTree>
    <p:extLst>
      <p:ext uri="{BB962C8B-B14F-4D97-AF65-F5344CB8AC3E}">
        <p14:creationId xmlns:p14="http://schemas.microsoft.com/office/powerpoint/2010/main" val="194409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F269-2779-15A5-CCD5-1304DB74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AU" dirty="0"/>
              <a:t>Combining lists and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5E5F-001B-80DF-7599-FB689E6C1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list can be a dictionary value but not a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63121-DC5D-7233-AE3A-1E265D77B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2348353"/>
            <a:ext cx="6573717" cy="44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09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28B1-7C5C-BD31-483D-C8EEEBEB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Tuples &amp;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3664-E560-366D-22DB-27710127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index into a tuple the same way you index into a list</a:t>
            </a:r>
          </a:p>
          <a:p>
            <a:r>
              <a:rPr lang="en-AU" dirty="0"/>
              <a:t>You can’t index into sets</a:t>
            </a:r>
          </a:p>
          <a:p>
            <a:r>
              <a:rPr lang="en-AU" dirty="0"/>
              <a:t>Try not to use these.</a:t>
            </a:r>
          </a:p>
        </p:txBody>
      </p:sp>
    </p:spTree>
    <p:extLst>
      <p:ext uri="{BB962C8B-B14F-4D97-AF65-F5344CB8AC3E}">
        <p14:creationId xmlns:p14="http://schemas.microsoft.com/office/powerpoint/2010/main" val="3123866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B755-2EA0-26E2-ADBD-4DF0552B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458D-5E5A-FB29-C888-8B90E1D6D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Create a dictionary which contains lists as the values</a:t>
            </a:r>
          </a:p>
          <a:p>
            <a:r>
              <a:rPr lang="en-AU" dirty="0"/>
              <a:t>Make sure all the lists have the same length</a:t>
            </a:r>
          </a:p>
          <a:p>
            <a:r>
              <a:rPr lang="en-AU" dirty="0"/>
              <a:t>Try using different indexes to print values from each key</a:t>
            </a:r>
          </a:p>
          <a:p>
            <a:r>
              <a:rPr lang="en-AU" dirty="0"/>
              <a:t>Once finished save this file as we will use it in a future exercise</a:t>
            </a:r>
          </a:p>
        </p:txBody>
      </p:sp>
    </p:spTree>
    <p:extLst>
      <p:ext uri="{BB962C8B-B14F-4D97-AF65-F5344CB8AC3E}">
        <p14:creationId xmlns:p14="http://schemas.microsoft.com/office/powerpoint/2010/main" val="2463975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2B52-BCB9-3B52-A056-2C179C25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ways of creating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297F0-E37B-FC43-2044-A4E01E1A7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Instead of using [] for lists we can use the keyword “list()” and provide a different type of collection</a:t>
            </a:r>
          </a:p>
          <a:p>
            <a:r>
              <a:rPr lang="en-AU" dirty="0"/>
              <a:t>Instead of () for tuples I can use the keyword “tuple()” and provide a different type of collection</a:t>
            </a:r>
          </a:p>
          <a:p>
            <a:r>
              <a:rPr lang="en-AU" dirty="0"/>
              <a:t>Instead of {} and key value pairs for dictionaries I can use the keyword “</a:t>
            </a:r>
            <a:r>
              <a:rPr lang="en-AU" dirty="0" err="1"/>
              <a:t>dict</a:t>
            </a:r>
            <a:r>
              <a:rPr lang="en-AU" dirty="0"/>
              <a:t>()” and provide a list that contains lists which each contain a key value pair</a:t>
            </a:r>
          </a:p>
          <a:p>
            <a:r>
              <a:rPr lang="en-AU" dirty="0"/>
              <a:t>Instead of {} for sets I can use the keyword “set()” and provide a different type of collection</a:t>
            </a:r>
          </a:p>
          <a:p>
            <a:r>
              <a:rPr lang="en-AU" dirty="0"/>
              <a:t>These are also a useful way of converting between types of collection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7317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CF82-590E-F5AD-5FFC-23A8B51F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0A4D-386D-555B-D20E-6459165C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Instead of using [] for lists we can use the keyword “list()” and provide a different type of collection</a:t>
            </a:r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7A63C-9E5E-7ED3-C8AE-E4584A64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581" y="2867130"/>
            <a:ext cx="6655241" cy="321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40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CF82-590E-F5AD-5FFC-23A8B51F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to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0A4D-386D-555B-D20E-6459165C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Instead of () for tuples I can use the keyword “tuple()” and provide a different type of collection</a:t>
            </a:r>
          </a:p>
          <a:p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DDB7C8-9AA1-F13F-A625-776350C94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08" y="2913890"/>
            <a:ext cx="7005375" cy="339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79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CF82-590E-F5AD-5FFC-23A8B51F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to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0A4D-386D-555B-D20E-6459165C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Instead of {} and key value pairs for dictionaries I can use the keyword “</a:t>
            </a:r>
            <a:r>
              <a:rPr lang="en-AU" dirty="0" err="1"/>
              <a:t>dict</a:t>
            </a:r>
            <a:r>
              <a:rPr lang="en-AU" dirty="0"/>
              <a:t>()” and provide a list that contains lists which each contain a key value pair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06AFD-A197-3917-DAFE-B57EB1AF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033" y="3055095"/>
            <a:ext cx="7867673" cy="34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84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07B28-A871-F364-46CE-CF6FD138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to a 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0DA48-2CF3-8581-0C15-5BF411EF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296" y="3310514"/>
            <a:ext cx="6633190" cy="362127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6D414D-B67A-4E4E-F0AD-526E3EC12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69" y="1408181"/>
            <a:ext cx="10515600" cy="4351338"/>
          </a:xfrm>
        </p:spPr>
        <p:txBody>
          <a:bodyPr/>
          <a:lstStyle/>
          <a:p>
            <a:r>
              <a:rPr lang="en-AU" dirty="0"/>
              <a:t>Instead of {} for sets I can use the keyword “set()” and provide a different type of collection</a:t>
            </a:r>
          </a:p>
          <a:p>
            <a:r>
              <a:rPr lang="en-AU" dirty="0"/>
              <a:t>This is the most useful conversion as it removes duplicates</a:t>
            </a:r>
          </a:p>
          <a:p>
            <a:r>
              <a:rPr lang="en-AU" dirty="0"/>
              <a:t>You can then convert back to list and the duplicates will still be gone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6093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D370-4204-B6C4-A8F1-ACD33BB0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C45B3-F5DE-F099-C612-78AC51A8E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Collections and Types are datatypes.</a:t>
            </a:r>
          </a:p>
          <a:p>
            <a:r>
              <a:rPr lang="en-AU" dirty="0"/>
              <a:t>Custom datatypes are called Classes</a:t>
            </a:r>
          </a:p>
          <a:p>
            <a:r>
              <a:rPr lang="en-AU" dirty="0"/>
              <a:t>A class is a type of object</a:t>
            </a:r>
          </a:p>
          <a:p>
            <a:r>
              <a:rPr lang="en-AU" dirty="0"/>
              <a:t>Python needs to know to treat different objects differently</a:t>
            </a:r>
          </a:p>
          <a:p>
            <a:r>
              <a:rPr lang="en-AU" dirty="0"/>
              <a:t>Special rules for strings </a:t>
            </a:r>
          </a:p>
          <a:p>
            <a:r>
              <a:rPr lang="en-AU" dirty="0"/>
              <a:t>Special rules for </a:t>
            </a:r>
            <a:r>
              <a:rPr lang="en-AU" dirty="0" err="1"/>
              <a:t>ints</a:t>
            </a:r>
            <a:endParaRPr lang="en-AU" dirty="0"/>
          </a:p>
          <a:p>
            <a:r>
              <a:rPr lang="en-AU" dirty="0"/>
              <a:t>We can create classes with their own special rules</a:t>
            </a:r>
          </a:p>
          <a:p>
            <a:r>
              <a:rPr lang="en-AU" dirty="0"/>
              <a:t>We can create our own classes if we wish</a:t>
            </a:r>
          </a:p>
          <a:p>
            <a:r>
              <a:rPr lang="en-AU" dirty="0"/>
              <a:t>We will discuss this more later</a:t>
            </a:r>
          </a:p>
        </p:txBody>
      </p:sp>
    </p:spTree>
    <p:extLst>
      <p:ext uri="{BB962C8B-B14F-4D97-AF65-F5344CB8AC3E}">
        <p14:creationId xmlns:p14="http://schemas.microsoft.com/office/powerpoint/2010/main" val="790480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D580-08A0-AFE7-1BD9-C550C297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Len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CB30-FA88-620B-F68B-F09E55CF4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16"/>
            <a:ext cx="10515600" cy="4351338"/>
          </a:xfrm>
        </p:spPr>
        <p:txBody>
          <a:bodyPr/>
          <a:lstStyle/>
          <a:p>
            <a:r>
              <a:rPr lang="en-AU" dirty="0"/>
              <a:t>Len is a very useful keyword as it tells us the length of collections and strings</a:t>
            </a:r>
          </a:p>
          <a:p>
            <a:r>
              <a:rPr lang="en-AU" dirty="0"/>
              <a:t>On dictionaries it tells you how many key value pairs there 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58D77-9A49-2E06-2006-8CD5422C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92" y="3187117"/>
            <a:ext cx="6368992" cy="298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66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0E02-DE99-FAC8-8D25-CB7B6C9B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E95E-004E-1133-B6D5-02557B93A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Try the </a:t>
            </a:r>
            <a:r>
              <a:rPr lang="en-AU" dirty="0" err="1"/>
              <a:t>len</a:t>
            </a:r>
            <a:r>
              <a:rPr lang="en-AU" dirty="0"/>
              <a:t> keyword on some lists</a:t>
            </a:r>
          </a:p>
          <a:p>
            <a:r>
              <a:rPr lang="en-AU" dirty="0"/>
              <a:t>Try the </a:t>
            </a:r>
            <a:r>
              <a:rPr lang="en-AU" dirty="0" err="1"/>
              <a:t>len</a:t>
            </a:r>
            <a:r>
              <a:rPr lang="en-AU" dirty="0"/>
              <a:t> keyword on some strings</a:t>
            </a:r>
          </a:p>
        </p:txBody>
      </p:sp>
    </p:spTree>
    <p:extLst>
      <p:ext uri="{BB962C8B-B14F-4D97-AF65-F5344CB8AC3E}">
        <p14:creationId xmlns:p14="http://schemas.microsoft.com/office/powerpoint/2010/main" val="2444957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7287-469B-E98D-4A10-F65AE323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AU" sz="320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159D-A4F1-2986-39E1-ED4DEFFA4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AU" sz="2000" dirty="0"/>
              <a:t>A block of code assigned to a keyword that will run on specified </a:t>
            </a:r>
            <a:r>
              <a:rPr lang="en-AU" sz="2000" b="1" dirty="0"/>
              <a:t>arguments</a:t>
            </a:r>
            <a:endParaRPr lang="en-AU" sz="2000" dirty="0"/>
          </a:p>
          <a:p>
            <a:r>
              <a:rPr lang="en-AU" sz="2000" dirty="0"/>
              <a:t>A function may or may not return a value</a:t>
            </a:r>
          </a:p>
          <a:p>
            <a:r>
              <a:rPr lang="en-AU" sz="2000" dirty="0"/>
              <a:t>When we create a function we call this </a:t>
            </a:r>
            <a:r>
              <a:rPr lang="en-AU" sz="2000" b="1" dirty="0"/>
              <a:t>defining </a:t>
            </a:r>
            <a:r>
              <a:rPr lang="en-AU" sz="2000" dirty="0"/>
              <a:t>the function</a:t>
            </a:r>
          </a:p>
          <a:p>
            <a:r>
              <a:rPr lang="en-AU" sz="2000" dirty="0"/>
              <a:t>When we run the function we call this </a:t>
            </a:r>
            <a:r>
              <a:rPr lang="en-AU" sz="2000" b="1" dirty="0"/>
              <a:t>calling</a:t>
            </a:r>
            <a:r>
              <a:rPr lang="en-AU" sz="2000" dirty="0"/>
              <a:t> the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36E6C-642A-3A90-3AE1-532D9802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041361"/>
            <a:ext cx="5319062" cy="27001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8404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7287-469B-E98D-4A10-F65AE323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159D-A4F1-2986-39E1-ED4DEFFA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Arguments</a:t>
            </a:r>
            <a:r>
              <a:rPr lang="en-AU" dirty="0"/>
              <a:t> are provided to a function in the brackets</a:t>
            </a:r>
            <a:endParaRPr lang="en-AU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36E6C-642A-3A90-3AE1-532D9802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265" y="3559326"/>
            <a:ext cx="5787132" cy="2937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6B9EB-2F37-89A2-AD09-5F0D737C7569}"/>
              </a:ext>
            </a:extLst>
          </p:cNvPr>
          <p:cNvSpPr/>
          <p:nvPr/>
        </p:nvSpPr>
        <p:spPr>
          <a:xfrm>
            <a:off x="5747657" y="4049486"/>
            <a:ext cx="2677886" cy="805543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84210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8963-F06E-2449-7C6C-2A0F924C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AU" sz="3200"/>
              <a:t>Making our own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8C160-C2EB-F788-3EDC-F81882182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 lnSpcReduction="10000"/>
          </a:bodyPr>
          <a:lstStyle/>
          <a:p>
            <a:r>
              <a:rPr lang="en-AU" sz="2000" dirty="0"/>
              <a:t>Functions are defined using the word </a:t>
            </a:r>
            <a:r>
              <a:rPr lang="en-AU" sz="2000" b="1" dirty="0"/>
              <a:t>def </a:t>
            </a:r>
            <a:r>
              <a:rPr lang="en-AU" sz="2000" dirty="0"/>
              <a:t>followed by the name of the functions</a:t>
            </a:r>
          </a:p>
          <a:p>
            <a:r>
              <a:rPr lang="en-AU" sz="2000" dirty="0"/>
              <a:t>Functions can be named anything, much like variables</a:t>
            </a:r>
          </a:p>
          <a:p>
            <a:r>
              <a:rPr lang="en-AU" sz="2000" dirty="0"/>
              <a:t>Brackets are then used to provide arguments</a:t>
            </a:r>
          </a:p>
          <a:p>
            <a:r>
              <a:rPr lang="en-AU" sz="2000" dirty="0"/>
              <a:t>The </a:t>
            </a:r>
            <a:r>
              <a:rPr lang="en-AU" sz="2000" b="1" dirty="0"/>
              <a:t>body </a:t>
            </a:r>
            <a:r>
              <a:rPr lang="en-AU" sz="2000" dirty="0"/>
              <a:t> of a function must be indented (we indent with tab)</a:t>
            </a:r>
          </a:p>
          <a:p>
            <a:r>
              <a:rPr lang="en-AU" sz="2000" dirty="0"/>
              <a:t>The function ends when we stop indenting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34648-8644-57A8-2502-915277EC6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828764"/>
            <a:ext cx="5319062" cy="31253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564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93F6-4ADA-5112-6FA6-EA0E6D1D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9DDB-3FFA-AF01-31E8-806700FA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Create your own function</a:t>
            </a:r>
          </a:p>
          <a:p>
            <a:r>
              <a:rPr lang="en-AU" dirty="0"/>
              <a:t>Provide an argument to the function and run it</a:t>
            </a:r>
          </a:p>
          <a:p>
            <a:r>
              <a:rPr lang="en-AU" dirty="0"/>
              <a:t>Do something in the function different to what I did!</a:t>
            </a:r>
          </a:p>
        </p:txBody>
      </p:sp>
    </p:spTree>
    <p:extLst>
      <p:ext uri="{BB962C8B-B14F-4D97-AF65-F5344CB8AC3E}">
        <p14:creationId xmlns:p14="http://schemas.microsoft.com/office/powerpoint/2010/main" val="1434325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3BC5-F42A-0BE3-D0C7-EB0A29E6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Functions can have multiple arguments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137D2-5057-2519-8933-0ED2933D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75" y="1872341"/>
            <a:ext cx="8788712" cy="42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60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D5A2-0097-0192-B027-B693C9E8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Arguments can be given a default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7B70-E77C-BC6A-EA00-5132DA3A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arguments have no default value, they must be specified</a:t>
            </a:r>
          </a:p>
          <a:p>
            <a:r>
              <a:rPr lang="en-AU" dirty="0"/>
              <a:t>Otherwise, they are optional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744C5-FD01-D101-6CB3-25B904A4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80" y="2984908"/>
            <a:ext cx="5981777" cy="354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81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D5A2-0097-0192-B027-B693C9E8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Arguments can be given a default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7B70-E77C-BC6A-EA00-5132DA3A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Arguments are either default or non-default</a:t>
            </a:r>
          </a:p>
          <a:p>
            <a:r>
              <a:rPr lang="en-AU" dirty="0"/>
              <a:t>Default must follow non default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744C5-FD01-D101-6CB3-25B904A4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80" y="2984908"/>
            <a:ext cx="5981777" cy="354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EFCF-8F93-CEB5-1851-D28E2C79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900A-D856-4B27-2339-237F95921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Add multiple arguments to your function</a:t>
            </a:r>
          </a:p>
          <a:p>
            <a:r>
              <a:rPr lang="en-AU" dirty="0"/>
              <a:t>Give the last argument a default value so that it is optional to specify when </a:t>
            </a:r>
            <a:r>
              <a:rPr lang="en-AU" b="1" dirty="0"/>
              <a:t>calling </a:t>
            </a:r>
            <a:r>
              <a:rPr lang="en-AU" dirty="0"/>
              <a:t>the function</a:t>
            </a:r>
          </a:p>
        </p:txBody>
      </p:sp>
    </p:spTree>
    <p:extLst>
      <p:ext uri="{BB962C8B-B14F-4D97-AF65-F5344CB8AC3E}">
        <p14:creationId xmlns:p14="http://schemas.microsoft.com/office/powerpoint/2010/main" val="3253447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78E4-0DA8-579C-D9A7-0DD96B7D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Functions can return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D1F7-53E3-B2FB-4883-D7389AC9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739"/>
            <a:ext cx="10515600" cy="4351338"/>
          </a:xfrm>
        </p:spPr>
        <p:txBody>
          <a:bodyPr/>
          <a:lstStyle/>
          <a:p>
            <a:r>
              <a:rPr lang="en-AU" dirty="0"/>
              <a:t>Using the return key word you can return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4B1C7-FC86-1439-F9FA-5AAA5F84F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2651211"/>
            <a:ext cx="8392078" cy="39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9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76C1-32C6-5850-EF45-B771A5D5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Functions can return multiple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96225-C066-2BE6-C1ED-1D7593B3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62" y="1513293"/>
            <a:ext cx="7642348" cy="497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99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064D-2C42-5E81-FAFE-379A495C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79EB-B5EE-71AB-EC4E-010433DC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return key word to have your function return a value</a:t>
            </a:r>
          </a:p>
          <a:p>
            <a:r>
              <a:rPr lang="en-AU" dirty="0"/>
              <a:t>Print that value</a:t>
            </a:r>
          </a:p>
        </p:txBody>
      </p:sp>
    </p:spTree>
    <p:extLst>
      <p:ext uri="{BB962C8B-B14F-4D97-AF65-F5344CB8AC3E}">
        <p14:creationId xmlns:p14="http://schemas.microsoft.com/office/powerpoint/2010/main" val="3814472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7CAD-B09C-C191-6B66-67FDB552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 calling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6C65-4C07-A724-3390-ABF9C9C69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you define a function you give a name to each argument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BD5BD-FAB3-4F94-46FC-E57316EF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01" y="2508445"/>
            <a:ext cx="8788712" cy="42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21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7CAD-B09C-C191-6B66-67FDB552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 calling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6C65-4C07-A724-3390-ABF9C9C69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calling the function you can specify arguments by name or order</a:t>
            </a:r>
          </a:p>
          <a:p>
            <a:r>
              <a:rPr lang="en-AU" dirty="0"/>
              <a:t>When you use the name these are called keyword arguments</a:t>
            </a:r>
          </a:p>
          <a:p>
            <a:r>
              <a:rPr lang="en-AU" dirty="0"/>
              <a:t>When using order these are called positional arguments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0A6357-CF35-26B6-CB8A-EEB9271B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36" y="4245986"/>
            <a:ext cx="9876689" cy="19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39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7CAD-B09C-C191-6B66-67FDB552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 calling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6C65-4C07-A724-3390-ABF9C9C69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mixing using positional and keyword arguments, positional arguments must go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167B7-4449-E40A-2EAF-F61C4034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8394"/>
            <a:ext cx="1053083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13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5C38-5BE6-E60C-307E-F9400FA3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C7E5-23EB-FDED-7D6C-1253E8D9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Call your function using a mix of keyword and positional arguments</a:t>
            </a:r>
          </a:p>
        </p:txBody>
      </p:sp>
    </p:spTree>
    <p:extLst>
      <p:ext uri="{BB962C8B-B14F-4D97-AF65-F5344CB8AC3E}">
        <p14:creationId xmlns:p14="http://schemas.microsoft.com/office/powerpoint/2010/main" val="3717037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6105-CC89-BA52-A90B-767343C9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92" y="0"/>
            <a:ext cx="10515600" cy="1325563"/>
          </a:xfrm>
        </p:spPr>
        <p:txBody>
          <a:bodyPr/>
          <a:lstStyle/>
          <a:p>
            <a:r>
              <a:rPr lang="en-AU" dirty="0"/>
              <a:t>Import statements &amp;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0432-8403-D824-7613-5F6088B4B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08" y="1253331"/>
            <a:ext cx="10515600" cy="4351338"/>
          </a:xfrm>
        </p:spPr>
        <p:txBody>
          <a:bodyPr/>
          <a:lstStyle/>
          <a:p>
            <a:r>
              <a:rPr lang="en-AU" dirty="0"/>
              <a:t>If you create a file and put your functions in it you can </a:t>
            </a:r>
            <a:r>
              <a:rPr lang="en-AU" b="1" dirty="0"/>
              <a:t>import </a:t>
            </a:r>
            <a:r>
              <a:rPr lang="en-AU" dirty="0"/>
              <a:t>them from a different file</a:t>
            </a:r>
          </a:p>
          <a:p>
            <a:r>
              <a:rPr lang="en-AU" dirty="0"/>
              <a:t>The file can be named anything</a:t>
            </a:r>
          </a:p>
          <a:p>
            <a:r>
              <a:rPr lang="en-AU" dirty="0"/>
              <a:t>You can have as many functions as you want in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27252-9BB5-7CF7-643A-862C6D1C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4" y="3226042"/>
            <a:ext cx="5646713" cy="1326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C5FA44-ACB3-2A2C-4311-F2EEBEADB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91" y="4731288"/>
            <a:ext cx="9333360" cy="215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83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6933-7DAC-A78E-B68A-9675B8E2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from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892A7-6AE5-5F1D-4C08-4E569F02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you don’t want to import the entire library you can say from library import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21B68-FB5E-E918-BB00-69AB0D968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16" y="3219617"/>
            <a:ext cx="9477760" cy="295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34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CCAF-748F-5ADD-67B7-91C5B389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C596-7B6B-706E-CEDB-74EF19763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Put your function in a python file</a:t>
            </a:r>
          </a:p>
          <a:p>
            <a:r>
              <a:rPr lang="en-AU" dirty="0"/>
              <a:t>Import your function from another python file</a:t>
            </a:r>
          </a:p>
          <a:p>
            <a:r>
              <a:rPr lang="en-AU" dirty="0"/>
              <a:t>Run your function and print the result</a:t>
            </a:r>
          </a:p>
        </p:txBody>
      </p:sp>
    </p:spTree>
    <p:extLst>
      <p:ext uri="{BB962C8B-B14F-4D97-AF65-F5344CB8AC3E}">
        <p14:creationId xmlns:p14="http://schemas.microsoft.com/office/powerpoint/2010/main" val="42606477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7374-6C2B-C577-A92F-80897847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Congratulations! You’ve created a library!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2B68-E96D-E777-5EEA-3333B80C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python library is a collection of prewritten code (often including functions)</a:t>
            </a:r>
          </a:p>
          <a:p>
            <a:r>
              <a:rPr lang="en-AU" dirty="0"/>
              <a:t>Libraries have been written for all sorts of purposes and we will use them frequently</a:t>
            </a:r>
          </a:p>
          <a:p>
            <a:r>
              <a:rPr lang="en-AU" dirty="0"/>
              <a:t>Python comes with many built in libraries</a:t>
            </a:r>
          </a:p>
          <a:p>
            <a:r>
              <a:rPr lang="en-AU" dirty="0"/>
              <a:t>Users have created many libraries that can be installed</a:t>
            </a:r>
          </a:p>
          <a:p>
            <a:r>
              <a:rPr lang="en-AU" dirty="0"/>
              <a:t>You can have libraries that consist of many folders and subfolders which each contain Python files but this gets a little more complex</a:t>
            </a:r>
          </a:p>
        </p:txBody>
      </p:sp>
    </p:spTree>
    <p:extLst>
      <p:ext uri="{BB962C8B-B14F-4D97-AF65-F5344CB8AC3E}">
        <p14:creationId xmlns:p14="http://schemas.microsoft.com/office/powerpoint/2010/main" val="1371291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916C-55C2-3551-DB89-476F4435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0DC2-11F7-12EC-A2A1-60F05D810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you manage to finish the assignment go to </a:t>
            </a:r>
          </a:p>
          <a:p>
            <a:pPr marL="0" indent="0">
              <a:buNone/>
            </a:pPr>
            <a:r>
              <a:rPr lang="en-AU" dirty="0">
                <a:hlinkClick r:id="rId2"/>
              </a:rPr>
              <a:t>https://codingbat.com/python/String-1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* Try to finish the ‘</a:t>
            </a:r>
            <a:r>
              <a:rPr lang="en-AU" dirty="0" err="1"/>
              <a:t>hello_name</a:t>
            </a:r>
            <a:r>
              <a:rPr lang="en-AU" dirty="0"/>
              <a:t>’, ‘</a:t>
            </a:r>
            <a:r>
              <a:rPr lang="en-AU" dirty="0" err="1"/>
              <a:t>first_half</a:t>
            </a:r>
            <a:r>
              <a:rPr lang="en-AU" dirty="0"/>
              <a:t>’, and ‘</a:t>
            </a:r>
            <a:r>
              <a:rPr lang="en-AU" dirty="0" err="1"/>
              <a:t>make_abba</a:t>
            </a:r>
            <a:r>
              <a:rPr lang="en-AU" dirty="0"/>
              <a:t>’ exercises</a:t>
            </a:r>
          </a:p>
        </p:txBody>
      </p:sp>
    </p:spTree>
    <p:extLst>
      <p:ext uri="{BB962C8B-B14F-4D97-AF65-F5344CB8AC3E}">
        <p14:creationId xmlns:p14="http://schemas.microsoft.com/office/powerpoint/2010/main" val="2388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8482</TotalTime>
  <Words>1273</Words>
  <Application>Microsoft Office PowerPoint</Application>
  <PresentationFormat>Widescreen</PresentationFormat>
  <Paragraphs>172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Python Club Session 2</vt:lpstr>
      <vt:lpstr>Recap of previous lesson</vt:lpstr>
      <vt:lpstr>Kahoot</vt:lpstr>
      <vt:lpstr>Collections</vt:lpstr>
      <vt:lpstr>Mutable vs Immutable</vt:lpstr>
      <vt:lpstr>Collections</vt:lpstr>
      <vt:lpstr>Lists</vt:lpstr>
      <vt:lpstr>Dictionaries</vt:lpstr>
      <vt:lpstr>Tuples</vt:lpstr>
      <vt:lpstr>Set</vt:lpstr>
      <vt:lpstr>Task 1</vt:lpstr>
      <vt:lpstr>Indexing</vt:lpstr>
      <vt:lpstr>Dictionary Indexing</vt:lpstr>
      <vt:lpstr>Task 2 </vt:lpstr>
      <vt:lpstr>Range indexing</vt:lpstr>
      <vt:lpstr>Range indexing</vt:lpstr>
      <vt:lpstr>Range indexing</vt:lpstr>
      <vt:lpstr>Range indexing</vt:lpstr>
      <vt:lpstr>Task 3</vt:lpstr>
      <vt:lpstr>Combining lists and dictionaries</vt:lpstr>
      <vt:lpstr>Tuples &amp; Sets</vt:lpstr>
      <vt:lpstr>Task 4</vt:lpstr>
      <vt:lpstr>Other ways of creating collections</vt:lpstr>
      <vt:lpstr>Converting to list</vt:lpstr>
      <vt:lpstr>Converting to tuple</vt:lpstr>
      <vt:lpstr>Converting to dictionary</vt:lpstr>
      <vt:lpstr>Converting to a set </vt:lpstr>
      <vt:lpstr>Classes</vt:lpstr>
      <vt:lpstr>Len keyword</vt:lpstr>
      <vt:lpstr>Task 5</vt:lpstr>
      <vt:lpstr>Functions</vt:lpstr>
      <vt:lpstr>Functions</vt:lpstr>
      <vt:lpstr>Making our own functions</vt:lpstr>
      <vt:lpstr>Task 6 </vt:lpstr>
      <vt:lpstr>Functions can have multiple arguments</vt:lpstr>
      <vt:lpstr>Arguments can be given a default value</vt:lpstr>
      <vt:lpstr>Arguments can be given a default value</vt:lpstr>
      <vt:lpstr>Task 7</vt:lpstr>
      <vt:lpstr>Functions can return values</vt:lpstr>
      <vt:lpstr>Functions can return multiple values</vt:lpstr>
      <vt:lpstr>Task 8</vt:lpstr>
      <vt:lpstr>Function calling </vt:lpstr>
      <vt:lpstr>Function calling </vt:lpstr>
      <vt:lpstr>Function calling </vt:lpstr>
      <vt:lpstr>Task 9</vt:lpstr>
      <vt:lpstr>Import statements &amp; libraries</vt:lpstr>
      <vt:lpstr>from statement</vt:lpstr>
      <vt:lpstr>Task 10</vt:lpstr>
      <vt:lpstr>Congratulations! You’ve created a library!</vt:lpstr>
      <vt:lpstr>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Club Session 2</dc:title>
  <dc:creator>Harry Alexander Chandler Carey</dc:creator>
  <cp:lastModifiedBy>Harry Alexander Chandler Carey</cp:lastModifiedBy>
  <cp:revision>1</cp:revision>
  <dcterms:created xsi:type="dcterms:W3CDTF">2024-12-04T04:37:40Z</dcterms:created>
  <dcterms:modified xsi:type="dcterms:W3CDTF">2024-12-11T03:13:12Z</dcterms:modified>
</cp:coreProperties>
</file>